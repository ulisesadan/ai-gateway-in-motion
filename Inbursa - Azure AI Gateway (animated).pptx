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457" r:id="rId3"/>
    <p:sldId id="659" r:id="rId4"/>
    <p:sldId id="862" r:id="rId5"/>
    <p:sldId id="1066" r:id="rId6"/>
    <p:sldId id="1271" r:id="rId7"/>
    <p:sldId id="1477" r:id="rId8"/>
    <p:sldId id="1684" r:id="rId9"/>
    <p:sldId id="1892" r:id="rId10"/>
    <p:sldId id="2101" r:id="rId11"/>
    <p:sldId id="2311" r:id="rId12"/>
    <p:sldId id="2522" r:id="rId13"/>
    <p:sldId id="2734" r:id="rId14"/>
    <p:sldId id="2947" r:id="rId15"/>
    <p:sldId id="3161" r:id="rId16"/>
    <p:sldId id="3376" r:id="rId17"/>
    <p:sldId id="359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859B48-6929-4386-B929-68952185BA1E}" v="2" dt="2026-10-29T17:52:25.487"/>
    <p1510:client id="{FC1B1186-34AD-40DB-8A34-4AF6CEB3A607}" v="13" dt="2026-10-29T18:15:00.1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94859B48-6929-4386-B929-68952185BA1E}"/>
    <pc:docChg chg="mod modSld modMainMaster setSldSz">
      <pc:chgData name="" userId="" providerId="" clId="Web-{94859B48-6929-4386-B929-68952185BA1E}" dt="2026-10-29T17:52:25.487" v="2" actId="34807"/>
      <pc:docMkLst>
        <pc:docMk/>
      </pc:docMkLst>
      <pc:sldChg chg="addSp modSp mod setBg">
        <pc:chgData name="" userId="" providerId="" clId="Web-{94859B48-6929-4386-B929-68952185BA1E}" dt="2026-10-29T17:52:25.487" v="2" actId="34807"/>
        <pc:sldMkLst>
          <pc:docMk/>
          <pc:sldMk cId="0" sldId="256"/>
        </pc:sldMkLst>
        <pc:spChg chg="add mod">
          <ac:chgData name="" userId="" providerId="" clId="Web-{94859B48-6929-4386-B929-68952185BA1E}" dt="2026-10-29T17:52:25.205" v="1" actId="34807"/>
          <ac:spMkLst>
            <pc:docMk/>
            <pc:sldMk cId="0" sldId="256"/>
            <ac:spMk id="2" creationId="{C99019D1-9E98-E98C-11A5-4B8A5ECBD715}"/>
          </ac:spMkLst>
        </pc:spChg>
      </pc:sldChg>
      <pc:sldMasterChg chg="modSp modSldLayout">
        <pc:chgData name="" userId="" providerId="" clId="Web-{94859B48-6929-4386-B929-68952185BA1E}" dt="2026-10-29T17:52:13.596" v="0" actId="34807"/>
        <pc:sldMasterMkLst>
          <pc:docMk/>
          <pc:sldMasterMk cId="2209977519" sldId="2147483648"/>
        </pc:sldMasterMkLst>
        <pc:spChg chg="mod">
          <ac:chgData name="" userId="" providerId="" clId="Web-{94859B48-6929-4386-B929-68952185BA1E}" dt="2026-10-29T17:52:13.596" v="0" actId="34807"/>
          <ac:spMkLst>
            <pc:docMk/>
            <pc:sldMasterMk cId="2209977519" sldId="2147483648"/>
            <ac:spMk id="2" creationId="{00000000-0000-0000-0000-000000000000}"/>
          </ac:spMkLst>
        </pc:spChg>
        <pc:spChg chg="mod">
          <ac:chgData name="" userId="" providerId="" clId="Web-{94859B48-6929-4386-B929-68952185BA1E}" dt="2026-10-29T17:52:13.596" v="0" actId="34807"/>
          <ac:spMkLst>
            <pc:docMk/>
            <pc:sldMasterMk cId="2209977519" sldId="2147483648"/>
            <ac:spMk id="3" creationId="{00000000-0000-0000-0000-000000000000}"/>
          </ac:spMkLst>
        </pc:spChg>
        <pc:spChg chg="mod">
          <ac:chgData name="" userId="" providerId="" clId="Web-{94859B48-6929-4386-B929-68952185BA1E}" dt="2026-10-29T17:52:13.596" v="0" actId="34807"/>
          <ac:spMkLst>
            <pc:docMk/>
            <pc:sldMasterMk cId="2209977519" sldId="2147483648"/>
            <ac:spMk id="4" creationId="{00000000-0000-0000-0000-000000000000}"/>
          </ac:spMkLst>
        </pc:spChg>
        <pc:spChg chg="mod">
          <ac:chgData name="" userId="" providerId="" clId="Web-{94859B48-6929-4386-B929-68952185BA1E}" dt="2026-10-29T17:52:13.596" v="0" actId="34807"/>
          <ac:spMkLst>
            <pc:docMk/>
            <pc:sldMasterMk cId="2209977519" sldId="2147483648"/>
            <ac:spMk id="5" creationId="{00000000-0000-0000-0000-000000000000}"/>
          </ac:spMkLst>
        </pc:spChg>
        <pc:spChg chg="mod">
          <ac:chgData name="" userId="" providerId="" clId="Web-{94859B48-6929-4386-B929-68952185BA1E}" dt="2026-10-29T17:52:13.596" v="0" actId="34807"/>
          <ac:spMkLst>
            <pc:docMk/>
            <pc:sldMasterMk cId="2209977519" sldId="2147483648"/>
            <ac:spMk id="6" creationId="{00000000-0000-0000-0000-000000000000}"/>
          </ac:spMkLst>
        </pc:spChg>
        <pc:sldLayoutChg chg="modSp">
          <pc:chgData name="" userId="" providerId="" clId="Web-{94859B48-6929-4386-B929-68952185BA1E}" dt="2026-10-29T17:52:13.596" v="0" actId="34807"/>
          <pc:sldLayoutMkLst>
            <pc:docMk/>
            <pc:sldMasterMk cId="2209977519" sldId="2147483648"/>
            <pc:sldLayoutMk cId="3168075583" sldId="2147483649"/>
          </pc:sldLayoutMkLst>
          <pc:spChg chg="mod">
            <ac:chgData name="" userId="" providerId="" clId="Web-{94859B48-6929-4386-B929-68952185BA1E}" dt="2026-10-29T17:52:13.596" v="0" actId="34807"/>
            <ac:spMkLst>
              <pc:docMk/>
              <pc:sldMasterMk cId="2209977519" sldId="2147483648"/>
              <pc:sldLayoutMk cId="3168075583" sldId="2147483649"/>
              <ac:spMk id="2" creationId="{00000000-0000-0000-0000-000000000000}"/>
            </ac:spMkLst>
          </pc:spChg>
          <pc:spChg chg="mod">
            <ac:chgData name="" userId="" providerId="" clId="Web-{94859B48-6929-4386-B929-68952185BA1E}" dt="2026-10-29T17:52:13.596" v="0" actId="34807"/>
            <ac:spMkLst>
              <pc:docMk/>
              <pc:sldMasterMk cId="2209977519" sldId="2147483648"/>
              <pc:sldLayoutMk cId="3168075583" sldId="2147483649"/>
              <ac:spMk id="3" creationId="{00000000-0000-0000-0000-000000000000}"/>
            </ac:spMkLst>
          </pc:spChg>
        </pc:sldLayoutChg>
        <pc:sldLayoutChg chg="modSp">
          <pc:chgData name="" userId="" providerId="" clId="Web-{94859B48-6929-4386-B929-68952185BA1E}" dt="2026-10-29T17:52:13.596" v="0" actId="34807"/>
          <pc:sldLayoutMkLst>
            <pc:docMk/>
            <pc:sldMasterMk cId="2209977519" sldId="2147483648"/>
            <pc:sldLayoutMk cId="960648375" sldId="2147483651"/>
          </pc:sldLayoutMkLst>
          <pc:spChg chg="mod">
            <ac:chgData name="" userId="" providerId="" clId="Web-{94859B48-6929-4386-B929-68952185BA1E}" dt="2026-10-29T17:52:13.596" v="0" actId="34807"/>
            <ac:spMkLst>
              <pc:docMk/>
              <pc:sldMasterMk cId="2209977519" sldId="2147483648"/>
              <pc:sldLayoutMk cId="960648375" sldId="2147483651"/>
              <ac:spMk id="2" creationId="{00000000-0000-0000-0000-000000000000}"/>
            </ac:spMkLst>
          </pc:spChg>
          <pc:spChg chg="mod">
            <ac:chgData name="" userId="" providerId="" clId="Web-{94859B48-6929-4386-B929-68952185BA1E}" dt="2026-10-29T17:52:13.596" v="0" actId="34807"/>
            <ac:spMkLst>
              <pc:docMk/>
              <pc:sldMasterMk cId="2209977519" sldId="2147483648"/>
              <pc:sldLayoutMk cId="960648375" sldId="2147483651"/>
              <ac:spMk id="3" creationId="{00000000-0000-0000-0000-000000000000}"/>
            </ac:spMkLst>
          </pc:spChg>
        </pc:sldLayoutChg>
        <pc:sldLayoutChg chg="modSp">
          <pc:chgData name="" userId="" providerId="" clId="Web-{94859B48-6929-4386-B929-68952185BA1E}" dt="2026-10-29T17:52:13.596" v="0" actId="34807"/>
          <pc:sldLayoutMkLst>
            <pc:docMk/>
            <pc:sldMasterMk cId="2209977519" sldId="2147483648"/>
            <pc:sldLayoutMk cId="2782244947" sldId="2147483652"/>
          </pc:sldLayoutMkLst>
          <pc:spChg chg="mod">
            <ac:chgData name="" userId="" providerId="" clId="Web-{94859B48-6929-4386-B929-68952185BA1E}" dt="2026-10-29T17:52:13.596" v="0" actId="34807"/>
            <ac:spMkLst>
              <pc:docMk/>
              <pc:sldMasterMk cId="2209977519" sldId="2147483648"/>
              <pc:sldLayoutMk cId="2782244947" sldId="2147483652"/>
              <ac:spMk id="3" creationId="{00000000-0000-0000-0000-000000000000}"/>
            </ac:spMkLst>
          </pc:spChg>
          <pc:spChg chg="mod">
            <ac:chgData name="" userId="" providerId="" clId="Web-{94859B48-6929-4386-B929-68952185BA1E}" dt="2026-10-29T17:52:13.596" v="0" actId="34807"/>
            <ac:spMkLst>
              <pc:docMk/>
              <pc:sldMasterMk cId="2209977519" sldId="2147483648"/>
              <pc:sldLayoutMk cId="2782244947" sldId="2147483652"/>
              <ac:spMk id="4" creationId="{00000000-0000-0000-0000-000000000000}"/>
            </ac:spMkLst>
          </pc:spChg>
        </pc:sldLayoutChg>
        <pc:sldLayoutChg chg="modSp">
          <pc:chgData name="" userId="" providerId="" clId="Web-{94859B48-6929-4386-B929-68952185BA1E}" dt="2026-10-29T17:52:13.596" v="0" actId="34807"/>
          <pc:sldLayoutMkLst>
            <pc:docMk/>
            <pc:sldMasterMk cId="2209977519" sldId="2147483648"/>
            <pc:sldLayoutMk cId="990158736" sldId="2147483653"/>
          </pc:sldLayoutMkLst>
          <pc:spChg chg="mod">
            <ac:chgData name="" userId="" providerId="" clId="Web-{94859B48-6929-4386-B929-68952185BA1E}" dt="2026-10-29T17:52:13.596" v="0" actId="34807"/>
            <ac:spMkLst>
              <pc:docMk/>
              <pc:sldMasterMk cId="2209977519" sldId="2147483648"/>
              <pc:sldLayoutMk cId="990158736" sldId="2147483653"/>
              <ac:spMk id="3" creationId="{00000000-0000-0000-0000-000000000000}"/>
            </ac:spMkLst>
          </pc:spChg>
          <pc:spChg chg="mod">
            <ac:chgData name="" userId="" providerId="" clId="Web-{94859B48-6929-4386-B929-68952185BA1E}" dt="2026-10-29T17:52:13.596" v="0" actId="34807"/>
            <ac:spMkLst>
              <pc:docMk/>
              <pc:sldMasterMk cId="2209977519" sldId="2147483648"/>
              <pc:sldLayoutMk cId="990158736" sldId="2147483653"/>
              <ac:spMk id="4" creationId="{00000000-0000-0000-0000-000000000000}"/>
            </ac:spMkLst>
          </pc:spChg>
          <pc:spChg chg="mod">
            <ac:chgData name="" userId="" providerId="" clId="Web-{94859B48-6929-4386-B929-68952185BA1E}" dt="2026-10-29T17:52:13.596" v="0" actId="34807"/>
            <ac:spMkLst>
              <pc:docMk/>
              <pc:sldMasterMk cId="2209977519" sldId="2147483648"/>
              <pc:sldLayoutMk cId="990158736" sldId="2147483653"/>
              <ac:spMk id="5" creationId="{00000000-0000-0000-0000-000000000000}"/>
            </ac:spMkLst>
          </pc:spChg>
          <pc:spChg chg="mod">
            <ac:chgData name="" userId="" providerId="" clId="Web-{94859B48-6929-4386-B929-68952185BA1E}" dt="2026-10-29T17:52:13.596" v="0" actId="34807"/>
            <ac:spMkLst>
              <pc:docMk/>
              <pc:sldMasterMk cId="2209977519" sldId="2147483648"/>
              <pc:sldLayoutMk cId="990158736" sldId="2147483653"/>
              <ac:spMk id="6" creationId="{00000000-0000-0000-0000-000000000000}"/>
            </ac:spMkLst>
          </pc:spChg>
        </pc:sldLayoutChg>
        <pc:sldLayoutChg chg="modSp">
          <pc:chgData name="" userId="" providerId="" clId="Web-{94859B48-6929-4386-B929-68952185BA1E}" dt="2026-10-29T17:52:13.596" v="0" actId="34807"/>
          <pc:sldLayoutMkLst>
            <pc:docMk/>
            <pc:sldMasterMk cId="2209977519" sldId="2147483648"/>
            <pc:sldLayoutMk cId="1840726560" sldId="2147483656"/>
          </pc:sldLayoutMkLst>
          <pc:spChg chg="mod">
            <ac:chgData name="" userId="" providerId="" clId="Web-{94859B48-6929-4386-B929-68952185BA1E}" dt="2026-10-29T17:52:13.596" v="0" actId="34807"/>
            <ac:spMkLst>
              <pc:docMk/>
              <pc:sldMasterMk cId="2209977519" sldId="2147483648"/>
              <pc:sldLayoutMk cId="1840726560" sldId="2147483656"/>
              <ac:spMk id="2" creationId="{00000000-0000-0000-0000-000000000000}"/>
            </ac:spMkLst>
          </pc:spChg>
          <pc:spChg chg="mod">
            <ac:chgData name="" userId="" providerId="" clId="Web-{94859B48-6929-4386-B929-68952185BA1E}" dt="2026-10-29T17:52:13.596" v="0" actId="34807"/>
            <ac:spMkLst>
              <pc:docMk/>
              <pc:sldMasterMk cId="2209977519" sldId="2147483648"/>
              <pc:sldLayoutMk cId="1840726560" sldId="2147483656"/>
              <ac:spMk id="3" creationId="{00000000-0000-0000-0000-000000000000}"/>
            </ac:spMkLst>
          </pc:spChg>
          <pc:spChg chg="mod">
            <ac:chgData name="" userId="" providerId="" clId="Web-{94859B48-6929-4386-B929-68952185BA1E}" dt="2026-10-29T17:52:13.596" v="0" actId="34807"/>
            <ac:spMkLst>
              <pc:docMk/>
              <pc:sldMasterMk cId="2209977519" sldId="2147483648"/>
              <pc:sldLayoutMk cId="1840726560" sldId="2147483656"/>
              <ac:spMk id="4" creationId="{00000000-0000-0000-0000-000000000000}"/>
            </ac:spMkLst>
          </pc:spChg>
        </pc:sldLayoutChg>
        <pc:sldLayoutChg chg="modSp">
          <pc:chgData name="" userId="" providerId="" clId="Web-{94859B48-6929-4386-B929-68952185BA1E}" dt="2026-10-29T17:52:13.596" v="0" actId="34807"/>
          <pc:sldLayoutMkLst>
            <pc:docMk/>
            <pc:sldMasterMk cId="2209977519" sldId="2147483648"/>
            <pc:sldLayoutMk cId="3889236939" sldId="2147483657"/>
          </pc:sldLayoutMkLst>
          <pc:spChg chg="mod">
            <ac:chgData name="" userId="" providerId="" clId="Web-{94859B48-6929-4386-B929-68952185BA1E}" dt="2026-10-29T17:52:13.596" v="0" actId="34807"/>
            <ac:spMkLst>
              <pc:docMk/>
              <pc:sldMasterMk cId="2209977519" sldId="2147483648"/>
              <pc:sldLayoutMk cId="3889236939" sldId="2147483657"/>
              <ac:spMk id="2" creationId="{00000000-0000-0000-0000-000000000000}"/>
            </ac:spMkLst>
          </pc:spChg>
          <pc:spChg chg="mod">
            <ac:chgData name="" userId="" providerId="" clId="Web-{94859B48-6929-4386-B929-68952185BA1E}" dt="2026-10-29T17:52:13.596" v="0" actId="34807"/>
            <ac:spMkLst>
              <pc:docMk/>
              <pc:sldMasterMk cId="2209977519" sldId="2147483648"/>
              <pc:sldLayoutMk cId="3889236939" sldId="2147483657"/>
              <ac:spMk id="3" creationId="{00000000-0000-0000-0000-000000000000}"/>
            </ac:spMkLst>
          </pc:spChg>
          <pc:spChg chg="mod">
            <ac:chgData name="" userId="" providerId="" clId="Web-{94859B48-6929-4386-B929-68952185BA1E}" dt="2026-10-29T17:52:13.596" v="0" actId="34807"/>
            <ac:spMkLst>
              <pc:docMk/>
              <pc:sldMasterMk cId="2209977519" sldId="2147483648"/>
              <pc:sldLayoutMk cId="3889236939" sldId="2147483657"/>
              <ac:spMk id="4" creationId="{00000000-0000-0000-0000-000000000000}"/>
            </ac:spMkLst>
          </pc:spChg>
        </pc:sldLayoutChg>
        <pc:sldLayoutChg chg="modSp">
          <pc:chgData name="" userId="" providerId="" clId="Web-{94859B48-6929-4386-B929-68952185BA1E}" dt="2026-10-29T17:52:13.596" v="0" actId="34807"/>
          <pc:sldLayoutMkLst>
            <pc:docMk/>
            <pc:sldMasterMk cId="2209977519" sldId="2147483648"/>
            <pc:sldLayoutMk cId="3612223792" sldId="2147483659"/>
          </pc:sldLayoutMkLst>
          <pc:spChg chg="mod">
            <ac:chgData name="" userId="" providerId="" clId="Web-{94859B48-6929-4386-B929-68952185BA1E}" dt="2026-10-29T17:52:13.596" v="0" actId="34807"/>
            <ac:spMkLst>
              <pc:docMk/>
              <pc:sldMasterMk cId="2209977519" sldId="2147483648"/>
              <pc:sldLayoutMk cId="3612223792" sldId="2147483659"/>
              <ac:spMk id="2" creationId="{00000000-0000-0000-0000-000000000000}"/>
            </ac:spMkLst>
          </pc:spChg>
          <pc:spChg chg="mod">
            <ac:chgData name="" userId="" providerId="" clId="Web-{94859B48-6929-4386-B929-68952185BA1E}" dt="2026-10-29T17:52:13.596" v="0" actId="34807"/>
            <ac:spMkLst>
              <pc:docMk/>
              <pc:sldMasterMk cId="2209977519" sldId="2147483648"/>
              <pc:sldLayoutMk cId="3612223792" sldId="2147483659"/>
              <ac:spMk id="3" creationId="{00000000-0000-0000-0000-000000000000}"/>
            </ac:spMkLst>
          </pc:spChg>
        </pc:sldLayoutChg>
      </pc:sldMasterChg>
    </pc:docChg>
  </pc:docChgLst>
  <pc:docChgLst>
    <pc:chgData clId="Web-{FC1B1186-34AD-40DB-8A34-4AF6CEB3A607}"/>
    <pc:docChg chg="addSld modSld">
      <pc:chgData name="" userId="" providerId="" clId="Web-{FC1B1186-34AD-40DB-8A34-4AF6CEB3A607}" dt="2026-10-29T18:15:00.153" v="24" actId="34807"/>
      <pc:docMkLst>
        <pc:docMk/>
      </pc:docMkLst>
      <pc:sldChg chg="addSp delSp modSp mod setBg modNotesTx">
        <pc:chgData name="" userId="" providerId="" clId="Web-{FC1B1186-34AD-40DB-8A34-4AF6CEB3A607}" dt="2026-10-29T18:13:44.244" v="19" actId="34807"/>
        <pc:sldMkLst>
          <pc:docMk/>
          <pc:sldMk cId="0" sldId="256"/>
        </pc:sldMkLst>
        <pc:spChg chg="del">
          <ac:chgData name="" userId="" providerId="" clId="Web-{FC1B1186-34AD-40DB-8A34-4AF6CEB3A607}" dt="2026-10-29T18:07:29.914" v="5" actId="34807"/>
          <ac:spMkLst>
            <pc:docMk/>
            <pc:sldMk cId="0" sldId="256"/>
            <ac:spMk id="2" creationId="{C99019D1-9E98-E98C-11A5-4B8A5ECBD715}"/>
          </ac:spMkLst>
        </pc:spChg>
        <pc:spChg chg="add mod">
          <ac:chgData name="" userId="" providerId="" clId="Web-{FC1B1186-34AD-40DB-8A34-4AF6CEB3A607}" dt="2026-10-29T18:07:29.476" v="4" actId="34807"/>
          <ac:spMkLst>
            <pc:docMk/>
            <pc:sldMk cId="0" sldId="256"/>
            <ac:spMk id="3" creationId="{C2FE67AF-0F2F-5DEF-DC3D-AA8C99BB06A7}"/>
          </ac:spMkLst>
        </pc:spChg>
        <pc:spChg chg="add del mod">
          <ac:chgData name="" userId="" providerId="" clId="Web-{FC1B1186-34AD-40DB-8A34-4AF6CEB3A607}" dt="2026-10-29T18:13:44.244" v="19" actId="34807"/>
          <ac:spMkLst>
            <pc:docMk/>
            <pc:sldMk cId="0" sldId="256"/>
            <ac:spMk id="5" creationId="{6BE7362F-C2B3-49EE-91D1-6961CE546C5D}"/>
          </ac:spMkLst>
        </pc:spChg>
        <pc:spChg chg="add mod">
          <ac:chgData name="" userId="" providerId="" clId="Web-{FC1B1186-34AD-40DB-8A34-4AF6CEB3A607}" dt="2026-10-29T18:07:29.476" v="4" actId="34807"/>
          <ac:spMkLst>
            <pc:docMk/>
            <pc:sldMk cId="0" sldId="256"/>
            <ac:spMk id="8" creationId="{F7855F23-74DB-1884-FC1C-FF3EBC5F158B}"/>
          </ac:spMkLst>
        </pc:spChg>
        <pc:spChg chg="add mod">
          <ac:chgData name="" userId="" providerId="" clId="Web-{FC1B1186-34AD-40DB-8A34-4AF6CEB3A607}" dt="2026-10-29T18:07:29.476" v="4" actId="34807"/>
          <ac:spMkLst>
            <pc:docMk/>
            <pc:sldMk cId="0" sldId="256"/>
            <ac:spMk id="12" creationId="{D798A923-630D-1B74-25E4-DBC41EEA2F23}"/>
          </ac:spMkLst>
        </pc:spChg>
        <pc:spChg chg="add mod">
          <ac:chgData name="" userId="" providerId="" clId="Web-{FC1B1186-34AD-40DB-8A34-4AF6CEB3A607}" dt="2026-10-29T18:07:29.476" v="4" actId="34807"/>
          <ac:spMkLst>
            <pc:docMk/>
            <pc:sldMk cId="0" sldId="256"/>
            <ac:spMk id="17" creationId="{81F577B7-9023-5D62-B9AF-A265AF08D2A9}"/>
          </ac:spMkLst>
        </pc:spChg>
        <pc:spChg chg="add mod">
          <ac:chgData name="" userId="" providerId="" clId="Web-{FC1B1186-34AD-40DB-8A34-4AF6CEB3A607}" dt="2026-10-29T18:13:42.416" v="18" actId="34807"/>
          <ac:spMkLst>
            <pc:docMk/>
            <pc:sldMk cId="0" sldId="256"/>
            <ac:spMk id="6879" creationId="{F72677DA-903D-3CCF-2C13-F83B57E77DCA}"/>
          </ac:spMkLst>
        </pc:spChg>
      </pc:sldChg>
      <pc:sldChg chg="addSp modSp add mod setBg modNotesTx">
        <pc:chgData name="" userId="" providerId="" clId="Web-{FC1B1186-34AD-40DB-8A34-4AF6CEB3A607}" dt="2026-10-29T18:07:39.008" v="9" actId="34807"/>
        <pc:sldMkLst>
          <pc:docMk/>
          <pc:sldMk cId="4001612407" sldId="457"/>
        </pc:sldMkLst>
        <pc:spChg chg="add mod">
          <ac:chgData name="" userId="" providerId="" clId="Web-{FC1B1186-34AD-40DB-8A34-4AF6CEB3A607}" dt="2026-10-29T18:07:39.008" v="9" actId="34807"/>
          <ac:spMkLst>
            <pc:docMk/>
            <pc:sldMk cId="4001612407" sldId="457"/>
            <ac:spMk id="18" creationId="{A01B04E6-6E34-3DF9-DFE5-8DA6FBF8AE09}"/>
          </ac:spMkLst>
        </pc:spChg>
        <pc:spChg chg="add mod">
          <ac:chgData name="" userId="" providerId="" clId="Web-{FC1B1186-34AD-40DB-8A34-4AF6CEB3A607}" dt="2026-10-29T18:07:36.649" v="6" actId="34807"/>
          <ac:spMkLst>
            <pc:docMk/>
            <pc:sldMk cId="4001612407" sldId="457"/>
            <ac:spMk id="20" creationId="{9ACCCDFB-53B7-EC5D-0577-EB944AD01828}"/>
          </ac:spMkLst>
        </pc:spChg>
        <pc:spChg chg="add mod">
          <ac:chgData name="" userId="" providerId="" clId="Web-{FC1B1186-34AD-40DB-8A34-4AF6CEB3A607}" dt="2026-10-29T18:07:36.649" v="6" actId="34807"/>
          <ac:spMkLst>
            <pc:docMk/>
            <pc:sldMk cId="4001612407" sldId="457"/>
            <ac:spMk id="23" creationId="{4144CE4F-BD97-A47A-BBE7-7F2FBE81FAFE}"/>
          </ac:spMkLst>
        </pc:spChg>
        <pc:spChg chg="add mod">
          <ac:chgData name="" userId="" providerId="" clId="Web-{FC1B1186-34AD-40DB-8A34-4AF6CEB3A607}" dt="2026-10-29T18:07:36.649" v="6" actId="34807"/>
          <ac:spMkLst>
            <pc:docMk/>
            <pc:sldMk cId="4001612407" sldId="457"/>
            <ac:spMk id="45" creationId="{D842561B-51EE-0765-CA47-83DD0C80A026}"/>
          </ac:spMkLst>
        </pc:spChg>
        <pc:spChg chg="add mod">
          <ac:chgData name="" userId="" providerId="" clId="Web-{FC1B1186-34AD-40DB-8A34-4AF6CEB3A607}" dt="2026-10-29T18:07:36.649" v="6" actId="34807"/>
          <ac:spMkLst>
            <pc:docMk/>
            <pc:sldMk cId="4001612407" sldId="457"/>
            <ac:spMk id="53" creationId="{F2DFF01D-CF77-E403-5839-749A8751A05A}"/>
          </ac:spMkLst>
        </pc:spChg>
        <pc:spChg chg="add mod">
          <ac:chgData name="" userId="" providerId="" clId="Web-{FC1B1186-34AD-40DB-8A34-4AF6CEB3A607}" dt="2026-10-29T18:07:36.649" v="6" actId="34807"/>
          <ac:spMkLst>
            <pc:docMk/>
            <pc:sldMk cId="4001612407" sldId="457"/>
            <ac:spMk id="72" creationId="{E7ED759C-E49E-9839-1DA8-6EB48AC82516}"/>
          </ac:spMkLst>
        </pc:spChg>
        <pc:spChg chg="add mod">
          <ac:chgData name="" userId="" providerId="" clId="Web-{FC1B1186-34AD-40DB-8A34-4AF6CEB3A607}" dt="2026-10-29T18:07:36.649" v="6" actId="34807"/>
          <ac:spMkLst>
            <pc:docMk/>
            <pc:sldMk cId="4001612407" sldId="457"/>
            <ac:spMk id="83" creationId="{B477D8D6-B567-6060-7214-239B0DCADF3D}"/>
          </ac:spMkLst>
        </pc:spChg>
        <pc:spChg chg="add mod">
          <ac:chgData name="" userId="" providerId="" clId="Web-{FC1B1186-34AD-40DB-8A34-4AF6CEB3A607}" dt="2026-10-29T18:07:36.649" v="6" actId="34807"/>
          <ac:spMkLst>
            <pc:docMk/>
            <pc:sldMk cId="4001612407" sldId="457"/>
            <ac:spMk id="108" creationId="{BD9362D9-C587-BB61-39B6-CD52914A7B3F}"/>
          </ac:spMkLst>
        </pc:spChg>
        <pc:spChg chg="add mod">
          <ac:chgData name="" userId="" providerId="" clId="Web-{FC1B1186-34AD-40DB-8A34-4AF6CEB3A607}" dt="2026-10-29T18:07:36.649" v="6" actId="34807"/>
          <ac:spMkLst>
            <pc:docMk/>
            <pc:sldMk cId="4001612407" sldId="457"/>
            <ac:spMk id="137" creationId="{98712586-7D11-4F19-BA8F-A106ACAE651E}"/>
          </ac:spMkLst>
        </pc:spChg>
        <pc:spChg chg="add mod">
          <ac:chgData name="" userId="" providerId="" clId="Web-{FC1B1186-34AD-40DB-8A34-4AF6CEB3A607}" dt="2026-10-29T18:07:36.649" v="6" actId="34807"/>
          <ac:spMkLst>
            <pc:docMk/>
            <pc:sldMk cId="4001612407" sldId="457"/>
            <ac:spMk id="153" creationId="{07CF907B-855A-6231-DE4B-261A38A9A801}"/>
          </ac:spMkLst>
        </pc:spChg>
      </pc:sldChg>
      <pc:sldChg chg="addSp modSp add mod setBg modNotesTx">
        <pc:chgData name="" userId="" providerId="" clId="Web-{FC1B1186-34AD-40DB-8A34-4AF6CEB3A607}" dt="2026-10-29T18:07:39.008" v="9" actId="34807"/>
        <pc:sldMkLst>
          <pc:docMk/>
          <pc:sldMk cId="2991309926" sldId="659"/>
        </pc:sldMkLst>
        <pc:spChg chg="add mod">
          <ac:chgData name="" userId="" providerId="" clId="Web-{FC1B1186-34AD-40DB-8A34-4AF6CEB3A607}" dt="2026-10-29T18:07:39.008" v="9" actId="34807"/>
          <ac:spMkLst>
            <pc:docMk/>
            <pc:sldMk cId="2991309926" sldId="659"/>
            <ac:spMk id="170" creationId="{F17E8367-0085-B00D-B42E-F428B059F5B0}"/>
          </ac:spMkLst>
        </pc:spChg>
        <pc:spChg chg="add mod">
          <ac:chgData name="" userId="" providerId="" clId="Web-{FC1B1186-34AD-40DB-8A34-4AF6CEB3A607}" dt="2026-10-29T18:07:36.649" v="6" actId="34807"/>
          <ac:spMkLst>
            <pc:docMk/>
            <pc:sldMk cId="2991309926" sldId="659"/>
            <ac:spMk id="188" creationId="{A203F123-BE5E-6E93-B661-F139BC5396B3}"/>
          </ac:spMkLst>
        </pc:spChg>
        <pc:spChg chg="add mod">
          <ac:chgData name="" userId="" providerId="" clId="Web-{FC1B1186-34AD-40DB-8A34-4AF6CEB3A607}" dt="2026-10-29T18:07:36.649" v="6" actId="34807"/>
          <ac:spMkLst>
            <pc:docMk/>
            <pc:sldMk cId="2991309926" sldId="659"/>
            <ac:spMk id="207" creationId="{41E484EA-43B9-CA2D-07BC-F9816698C3FF}"/>
          </ac:spMkLst>
        </pc:spChg>
        <pc:spChg chg="add mod">
          <ac:chgData name="" userId="" providerId="" clId="Web-{FC1B1186-34AD-40DB-8A34-4AF6CEB3A607}" dt="2026-10-29T18:07:36.649" v="6" actId="34807"/>
          <ac:spMkLst>
            <pc:docMk/>
            <pc:sldMk cId="2991309926" sldId="659"/>
            <ac:spMk id="227" creationId="{29E086F9-E88E-EBB3-A3CF-748E140F00DF}"/>
          </ac:spMkLst>
        </pc:spChg>
        <pc:spChg chg="add mod">
          <ac:chgData name="" userId="" providerId="" clId="Web-{FC1B1186-34AD-40DB-8A34-4AF6CEB3A607}" dt="2026-10-29T18:07:36.649" v="6" actId="34807"/>
          <ac:spMkLst>
            <pc:docMk/>
            <pc:sldMk cId="2991309926" sldId="659"/>
            <ac:spMk id="248" creationId="{DD026161-B839-52FA-53ED-3AAF4A603F4A}"/>
          </ac:spMkLst>
        </pc:spChg>
        <pc:spChg chg="add mod">
          <ac:chgData name="" userId="" providerId="" clId="Web-{FC1B1186-34AD-40DB-8A34-4AF6CEB3A607}" dt="2026-10-29T18:07:36.649" v="6" actId="34807"/>
          <ac:spMkLst>
            <pc:docMk/>
            <pc:sldMk cId="2991309926" sldId="659"/>
            <ac:spMk id="293" creationId="{9E9C353F-D308-273F-E76D-7BD72ADB36C6}"/>
          </ac:spMkLst>
        </pc:spChg>
        <pc:spChg chg="add mod">
          <ac:chgData name="" userId="" providerId="" clId="Web-{FC1B1186-34AD-40DB-8A34-4AF6CEB3A607}" dt="2026-10-29T18:07:36.649" v="6" actId="34807"/>
          <ac:spMkLst>
            <pc:docMk/>
            <pc:sldMk cId="2991309926" sldId="659"/>
            <ac:spMk id="342" creationId="{C2E1D9C7-C1AB-E720-0541-D2510AF7BE11}"/>
          </ac:spMkLst>
        </pc:spChg>
        <pc:spChg chg="add mod">
          <ac:chgData name="" userId="" providerId="" clId="Web-{FC1B1186-34AD-40DB-8A34-4AF6CEB3A607}" dt="2026-10-29T18:07:36.649" v="6" actId="34807"/>
          <ac:spMkLst>
            <pc:docMk/>
            <pc:sldMk cId="2991309926" sldId="659"/>
            <ac:spMk id="368" creationId="{BB39A5A9-BAC3-53BF-ECE1-CD1BE64DDA31}"/>
          </ac:spMkLst>
        </pc:spChg>
        <pc:spChg chg="add mod">
          <ac:chgData name="" userId="" providerId="" clId="Web-{FC1B1186-34AD-40DB-8A34-4AF6CEB3A607}" dt="2026-10-29T18:07:36.649" v="6" actId="34807"/>
          <ac:spMkLst>
            <pc:docMk/>
            <pc:sldMk cId="2991309926" sldId="659"/>
            <ac:spMk id="395" creationId="{007E8368-F994-42D9-3516-AEBD82BD11BD}"/>
          </ac:spMkLst>
        </pc:spChg>
        <pc:spChg chg="add mod">
          <ac:chgData name="" userId="" providerId="" clId="Web-{FC1B1186-34AD-40DB-8A34-4AF6CEB3A607}" dt="2026-10-29T18:07:36.649" v="6" actId="34807"/>
          <ac:spMkLst>
            <pc:docMk/>
            <pc:sldMk cId="2991309926" sldId="659"/>
            <ac:spMk id="423" creationId="{E0810413-0FC8-F3AD-ADD9-BB3E73C34684}"/>
          </ac:spMkLst>
        </pc:spChg>
        <pc:picChg chg="add">
          <ac:chgData name="" userId="" providerId="" clId="Web-{FC1B1186-34AD-40DB-8A34-4AF6CEB3A607}" dt="2026-10-29T18:07:37.649" v="7" actId="34807"/>
          <ac:picMkLst>
            <pc:docMk/>
            <pc:sldMk cId="2991309926" sldId="659"/>
            <ac:picMk id="1848" creationId="{55C65900-6831-A100-8977-55A5BC9E2852}"/>
          </ac:picMkLst>
        </pc:picChg>
      </pc:sldChg>
      <pc:sldChg chg="addSp modSp add mod setBg modNotesTx">
        <pc:chgData name="" userId="" providerId="" clId="Web-{FC1B1186-34AD-40DB-8A34-4AF6CEB3A607}" dt="2026-10-29T18:13:44.244" v="19" actId="34807"/>
        <pc:sldMkLst>
          <pc:docMk/>
          <pc:sldMk cId="2551235659" sldId="862"/>
        </pc:sldMkLst>
        <pc:spChg chg="add mod">
          <ac:chgData name="" userId="" providerId="" clId="Web-{FC1B1186-34AD-40DB-8A34-4AF6CEB3A607}" dt="2026-10-29T18:07:39.008" v="9" actId="34807"/>
          <ac:spMkLst>
            <pc:docMk/>
            <pc:sldMk cId="2551235659" sldId="862"/>
            <ac:spMk id="452" creationId="{486593CD-F55D-8138-2108-26659AD31388}"/>
          </ac:spMkLst>
        </pc:spChg>
        <pc:spChg chg="add mod">
          <ac:chgData name="" userId="" providerId="" clId="Web-{FC1B1186-34AD-40DB-8A34-4AF6CEB3A607}" dt="2026-10-29T18:07:36.649" v="6" actId="34807"/>
          <ac:spMkLst>
            <pc:docMk/>
            <pc:sldMk cId="2551235659" sldId="862"/>
            <ac:spMk id="482" creationId="{FEC4D771-FF3F-18A4-CB15-3ADCF941D9C7}"/>
          </ac:spMkLst>
        </pc:spChg>
        <pc:spChg chg="add mod">
          <ac:chgData name="" userId="" providerId="" clId="Web-{FC1B1186-34AD-40DB-8A34-4AF6CEB3A607}" dt="2026-10-29T18:13:44.244" v="19" actId="34807"/>
          <ac:spMkLst>
            <pc:docMk/>
            <pc:sldMk cId="2551235659" sldId="862"/>
            <ac:spMk id="545" creationId="{A4E89719-FF65-6FAA-BA39-F5ECD89C2A74}"/>
          </ac:spMkLst>
        </pc:spChg>
        <pc:spChg chg="add mod">
          <ac:chgData name="" userId="" providerId="" clId="Web-{FC1B1186-34AD-40DB-8A34-4AF6CEB3A607}" dt="2026-10-29T18:13:44.244" v="19" actId="34807"/>
          <ac:spMkLst>
            <pc:docMk/>
            <pc:sldMk cId="2551235659" sldId="862"/>
            <ac:spMk id="647" creationId="{7852E473-3389-6303-D7C8-D037ED69A677}"/>
          </ac:spMkLst>
        </pc:spChg>
        <pc:spChg chg="mod">
          <ac:chgData name="" userId="" providerId="" clId="Web-{FC1B1186-34AD-40DB-8A34-4AF6CEB3A607}" dt="2026-10-29T18:13:44.244" v="19" actId="34807"/>
          <ac:spMkLst>
            <pc:docMk/>
            <pc:sldMk cId="2551235659" sldId="862"/>
            <ac:spMk id="797" creationId="{8E30ED3D-A3B0-E99F-C4DC-79D1700E8321}"/>
          </ac:spMkLst>
        </pc:spChg>
        <pc:spChg chg="add mod">
          <ac:chgData name="" userId="" providerId="" clId="Web-{FC1B1186-34AD-40DB-8A34-4AF6CEB3A607}" dt="2026-10-29T18:07:36.649" v="6" actId="34807"/>
          <ac:spMkLst>
            <pc:docMk/>
            <pc:sldMk cId="2551235659" sldId="862"/>
            <ac:spMk id="878" creationId="{7211491A-AEEE-5B6D-AAA4-A06E68B5684E}"/>
          </ac:spMkLst>
        </pc:spChg>
        <pc:spChg chg="add mod">
          <ac:chgData name="" userId="" providerId="" clId="Web-{FC1B1186-34AD-40DB-8A34-4AF6CEB3A607}" dt="2026-10-29T18:13:44.244" v="19" actId="34807"/>
          <ac:spMkLst>
            <pc:docMk/>
            <pc:sldMk cId="2551235659" sldId="862"/>
            <ac:spMk id="920" creationId="{505424D9-8FB2-C8C5-A7AF-43208947ACF8}"/>
          </ac:spMkLst>
        </pc:spChg>
        <pc:spChg chg="add mod">
          <ac:chgData name="" userId="" providerId="" clId="Web-{FC1B1186-34AD-40DB-8A34-4AF6CEB3A607}" dt="2026-10-29T18:13:44.244" v="19" actId="34807"/>
          <ac:spMkLst>
            <pc:docMk/>
            <pc:sldMk cId="2551235659" sldId="862"/>
            <ac:spMk id="1052" creationId="{C5D17030-278D-10ED-DD42-39A51FB8B94E}"/>
          </ac:spMkLst>
        </pc:spChg>
        <pc:spChg chg="add mod">
          <ac:chgData name="" userId="" providerId="" clId="Web-{FC1B1186-34AD-40DB-8A34-4AF6CEB3A607}" dt="2026-10-29T18:07:36.649" v="6" actId="34807"/>
          <ac:spMkLst>
            <pc:docMk/>
            <pc:sldMk cId="2551235659" sldId="862"/>
            <ac:spMk id="1098" creationId="{B3F00F5A-1B52-3E32-47FD-99E219A313A6}"/>
          </ac:spMkLst>
        </pc:spChg>
        <pc:spChg chg="mod">
          <ac:chgData name="" userId="" providerId="" clId="Web-{FC1B1186-34AD-40DB-8A34-4AF6CEB3A607}" dt="2026-10-29T18:13:44.244" v="19" actId="34807"/>
          <ac:spMkLst>
            <pc:docMk/>
            <pc:sldMk cId="2551235659" sldId="862"/>
            <ac:spMk id="1145" creationId="{4861767F-8508-1320-F0B8-16E3B1A169C9}"/>
          </ac:spMkLst>
        </pc:spChg>
        <pc:spChg chg="add mod">
          <ac:chgData name="" userId="" providerId="" clId="Web-{FC1B1186-34AD-40DB-8A34-4AF6CEB3A607}" dt="2026-10-29T18:07:36.649" v="6" actId="34807"/>
          <ac:spMkLst>
            <pc:docMk/>
            <pc:sldMk cId="2551235659" sldId="862"/>
            <ac:spMk id="1242" creationId="{CA180115-B443-9E8D-078B-08C17A1209D0}"/>
          </ac:spMkLst>
        </pc:spChg>
        <pc:spChg chg="mod">
          <ac:chgData name="" userId="" providerId="" clId="Web-{FC1B1186-34AD-40DB-8A34-4AF6CEB3A607}" dt="2026-10-29T18:13:44.244" v="19" actId="34807"/>
          <ac:spMkLst>
            <pc:docMk/>
            <pc:sldMk cId="2551235659" sldId="862"/>
            <ac:spMk id="1395" creationId="{FF9098A4-ED03-CFD8-A97E-3B1460B7AF66}"/>
          </ac:spMkLst>
        </pc:spChg>
        <pc:spChg chg="mod">
          <ac:chgData name="" userId="" providerId="" clId="Web-{FC1B1186-34AD-40DB-8A34-4AF6CEB3A607}" dt="2026-10-29T18:13:44.244" v="19" actId="34807"/>
          <ac:spMkLst>
            <pc:docMk/>
            <pc:sldMk cId="2551235659" sldId="862"/>
            <ac:spMk id="1557" creationId="{DA8F0757-DA0B-87F0-F262-90FF345B28AD}"/>
          </ac:spMkLst>
        </pc:spChg>
        <pc:spChg chg="mod">
          <ac:chgData name="" userId="" providerId="" clId="Web-{FC1B1186-34AD-40DB-8A34-4AF6CEB3A607}" dt="2026-10-29T18:13:44.244" v="19" actId="34807"/>
          <ac:spMkLst>
            <pc:docMk/>
            <pc:sldMk cId="2551235659" sldId="862"/>
            <ac:spMk id="1670" creationId="{934744D4-5B5B-D3F1-7DB1-DBB30B412A3C}"/>
          </ac:spMkLst>
        </pc:spChg>
        <pc:spChg chg="mod">
          <ac:chgData name="" userId="" providerId="" clId="Web-{FC1B1186-34AD-40DB-8A34-4AF6CEB3A607}" dt="2026-10-29T18:13:44.244" v="19" actId="34807"/>
          <ac:spMkLst>
            <pc:docMk/>
            <pc:sldMk cId="2551235659" sldId="862"/>
            <ac:spMk id="1787" creationId="{4A5FF150-8C58-BDC8-3D46-2995D8A7902F}"/>
          </ac:spMkLst>
        </pc:spChg>
        <pc:spChg chg="add mod">
          <ac:chgData name="" userId="" providerId="" clId="Web-{FC1B1186-34AD-40DB-8A34-4AF6CEB3A607}" dt="2026-10-29T18:07:36.649" v="6" actId="34807"/>
          <ac:spMkLst>
            <pc:docMk/>
            <pc:sldMk cId="2551235659" sldId="862"/>
            <ac:spMk id="1847" creationId="{30692216-7DF0-6D6E-0DC1-5BAA4E97EC51}"/>
          </ac:spMkLst>
        </pc:spChg>
      </pc:sldChg>
      <pc:sldChg chg="addSp modSp add mod setBg modNotesTx">
        <pc:chgData name="" userId="" providerId="" clId="Web-{FC1B1186-34AD-40DB-8A34-4AF6CEB3A607}" dt="2026-10-29T18:10:44.956" v="13" actId="34807"/>
        <pc:sldMkLst>
          <pc:docMk/>
          <pc:sldMk cId="1963764422" sldId="1066"/>
        </pc:sldMkLst>
        <pc:spChg chg="add mod">
          <ac:chgData name="" userId="" providerId="" clId="Web-{FC1B1186-34AD-40DB-8A34-4AF6CEB3A607}" dt="2026-10-29T18:08:07.119" v="12" actId="34807"/>
          <ac:spMkLst>
            <pc:docMk/>
            <pc:sldMk cId="1963764422" sldId="1066"/>
            <ac:spMk id="1851" creationId="{D73AAE1B-F9FB-6957-D2C4-4EF61575E4A4}"/>
          </ac:spMkLst>
        </pc:spChg>
        <pc:spChg chg="add mod">
          <ac:chgData name="" userId="" providerId="" clId="Web-{FC1B1186-34AD-40DB-8A34-4AF6CEB3A607}" dt="2026-10-29T18:08:04.557" v="10" actId="34807"/>
          <ac:spMkLst>
            <pc:docMk/>
            <pc:sldMk cId="1963764422" sldId="1066"/>
            <ac:spMk id="1853" creationId="{FE261338-6BF0-C208-1229-CA0B585BF0F8}"/>
          </ac:spMkLst>
        </pc:spChg>
        <pc:spChg chg="add mod">
          <ac:chgData name="" userId="" providerId="" clId="Web-{FC1B1186-34AD-40DB-8A34-4AF6CEB3A607}" dt="2026-10-29T18:08:04.557" v="10" actId="34807"/>
          <ac:spMkLst>
            <pc:docMk/>
            <pc:sldMk cId="1963764422" sldId="1066"/>
            <ac:spMk id="1856" creationId="{C53A7804-65EE-087E-C138-8BB15115AE57}"/>
          </ac:spMkLst>
        </pc:spChg>
        <pc:spChg chg="add mod">
          <ac:chgData name="" userId="" providerId="" clId="Web-{FC1B1186-34AD-40DB-8A34-4AF6CEB3A607}" dt="2026-10-29T18:08:04.557" v="10" actId="34807"/>
          <ac:spMkLst>
            <pc:docMk/>
            <pc:sldMk cId="1963764422" sldId="1066"/>
            <ac:spMk id="1860" creationId="{523BD6A8-6DA6-7055-89B0-CD4FA67606C9}"/>
          </ac:spMkLst>
        </pc:spChg>
        <pc:spChg chg="add mod">
          <ac:chgData name="" userId="" providerId="" clId="Web-{FC1B1186-34AD-40DB-8A34-4AF6CEB3A607}" dt="2026-10-29T18:08:04.557" v="10" actId="34807"/>
          <ac:spMkLst>
            <pc:docMk/>
            <pc:sldMk cId="1963764422" sldId="1066"/>
            <ac:spMk id="1865" creationId="{69C68161-666C-1822-B505-1FA57F01EAF9}"/>
          </ac:spMkLst>
        </pc:spChg>
        <pc:spChg chg="add mod">
          <ac:chgData name="" userId="" providerId="" clId="Web-{FC1B1186-34AD-40DB-8A34-4AF6CEB3A607}" dt="2026-10-29T18:08:04.557" v="10" actId="34807"/>
          <ac:spMkLst>
            <pc:docMk/>
            <pc:sldMk cId="1963764422" sldId="1066"/>
            <ac:spMk id="1871" creationId="{C1C5CC4C-7DEC-EECF-FCD1-DF906D10F835}"/>
          </ac:spMkLst>
        </pc:spChg>
        <pc:spChg chg="add mod">
          <ac:chgData name="" userId="" providerId="" clId="Web-{FC1B1186-34AD-40DB-8A34-4AF6CEB3A607}" dt="2026-10-29T18:08:04.557" v="10" actId="34807"/>
          <ac:spMkLst>
            <pc:docMk/>
            <pc:sldMk cId="1963764422" sldId="1066"/>
            <ac:spMk id="1878" creationId="{D9FE3900-870D-5E63-5191-4D837DC8A392}"/>
          </ac:spMkLst>
        </pc:spChg>
        <pc:spChg chg="add mod">
          <ac:chgData name="" userId="" providerId="" clId="Web-{FC1B1186-34AD-40DB-8A34-4AF6CEB3A607}" dt="2026-10-29T18:08:04.557" v="10" actId="34807"/>
          <ac:spMkLst>
            <pc:docMk/>
            <pc:sldMk cId="1963764422" sldId="1066"/>
            <ac:spMk id="1886" creationId="{FD0818E1-6ABE-8637-3A10-F44DDB353122}"/>
          </ac:spMkLst>
        </pc:spChg>
        <pc:picChg chg="add">
          <ac:chgData name="" userId="" providerId="" clId="Web-{FC1B1186-34AD-40DB-8A34-4AF6CEB3A607}" dt="2026-10-29T18:10:44.956" v="13" actId="34807"/>
          <ac:picMkLst>
            <pc:docMk/>
            <pc:sldMk cId="1963764422" sldId="1066"/>
            <ac:picMk id="4480" creationId="{E928478A-23D0-450E-EA4F-9948FA09A301}"/>
          </ac:picMkLst>
        </pc:picChg>
      </pc:sldChg>
      <pc:sldChg chg="addSp modSp add mod setBg modNotesTx">
        <pc:chgData name="" userId="" providerId="" clId="Web-{FC1B1186-34AD-40DB-8A34-4AF6CEB3A607}" dt="2026-10-29T18:10:50.878" v="14" actId="34807"/>
        <pc:sldMkLst>
          <pc:docMk/>
          <pc:sldMk cId="2552010853" sldId="1271"/>
        </pc:sldMkLst>
        <pc:spChg chg="add mod">
          <ac:chgData name="" userId="" providerId="" clId="Web-{FC1B1186-34AD-40DB-8A34-4AF6CEB3A607}" dt="2026-10-29T18:08:07.119" v="12" actId="34807"/>
          <ac:spMkLst>
            <pc:docMk/>
            <pc:sldMk cId="2552010853" sldId="1271"/>
            <ac:spMk id="1895" creationId="{45C15493-086F-0E13-08F7-B4BEF947AD71}"/>
          </ac:spMkLst>
        </pc:spChg>
        <pc:spChg chg="add mod">
          <ac:chgData name="" userId="" providerId="" clId="Web-{FC1B1186-34AD-40DB-8A34-4AF6CEB3A607}" dt="2026-10-29T18:08:04.557" v="10" actId="34807"/>
          <ac:spMkLst>
            <pc:docMk/>
            <pc:sldMk cId="2552010853" sldId="1271"/>
            <ac:spMk id="1905" creationId="{354A1945-F493-EADD-39CF-445D1D2575F6}"/>
          </ac:spMkLst>
        </pc:spChg>
        <pc:spChg chg="add mod">
          <ac:chgData name="" userId="" providerId="" clId="Web-{FC1B1186-34AD-40DB-8A34-4AF6CEB3A607}" dt="2026-10-29T18:08:04.557" v="10" actId="34807"/>
          <ac:spMkLst>
            <pc:docMk/>
            <pc:sldMk cId="2552010853" sldId="1271"/>
            <ac:spMk id="1916" creationId="{32CBF9B4-8796-62C8-2D66-5A9D77711ED4}"/>
          </ac:spMkLst>
        </pc:spChg>
        <pc:spChg chg="add mod">
          <ac:chgData name="" userId="" providerId="" clId="Web-{FC1B1186-34AD-40DB-8A34-4AF6CEB3A607}" dt="2026-10-29T18:08:04.557" v="10" actId="34807"/>
          <ac:spMkLst>
            <pc:docMk/>
            <pc:sldMk cId="2552010853" sldId="1271"/>
            <ac:spMk id="1928" creationId="{1D53D78B-00A9-B948-4539-27DD7BBEA467}"/>
          </ac:spMkLst>
        </pc:spChg>
        <pc:spChg chg="add mod">
          <ac:chgData name="" userId="" providerId="" clId="Web-{FC1B1186-34AD-40DB-8A34-4AF6CEB3A607}" dt="2026-10-29T18:08:04.557" v="10" actId="34807"/>
          <ac:spMkLst>
            <pc:docMk/>
            <pc:sldMk cId="2552010853" sldId="1271"/>
            <ac:spMk id="1941" creationId="{8E325544-B695-0E92-30DE-7D2CD16C4DAD}"/>
          </ac:spMkLst>
        </pc:spChg>
        <pc:spChg chg="add mod">
          <ac:chgData name="" userId="" providerId="" clId="Web-{FC1B1186-34AD-40DB-8A34-4AF6CEB3A607}" dt="2026-10-29T18:08:04.557" v="10" actId="34807"/>
          <ac:spMkLst>
            <pc:docMk/>
            <pc:sldMk cId="2552010853" sldId="1271"/>
            <ac:spMk id="1955" creationId="{DDBA2927-129B-15A8-9B1F-6CC58F905C5D}"/>
          </ac:spMkLst>
        </pc:spChg>
        <pc:spChg chg="add mod">
          <ac:chgData name="" userId="" providerId="" clId="Web-{FC1B1186-34AD-40DB-8A34-4AF6CEB3A607}" dt="2026-10-29T18:08:04.557" v="10" actId="34807"/>
          <ac:spMkLst>
            <pc:docMk/>
            <pc:sldMk cId="2552010853" sldId="1271"/>
            <ac:spMk id="1970" creationId="{612CE74C-1E48-CBED-F208-C842E6A6CE2A}"/>
          </ac:spMkLst>
        </pc:spChg>
        <pc:spChg chg="add mod">
          <ac:chgData name="" userId="" providerId="" clId="Web-{FC1B1186-34AD-40DB-8A34-4AF6CEB3A607}" dt="2026-10-29T18:08:04.557" v="10" actId="34807"/>
          <ac:spMkLst>
            <pc:docMk/>
            <pc:sldMk cId="2552010853" sldId="1271"/>
            <ac:spMk id="1986" creationId="{D06E13EA-F119-BF11-7E84-9713E0EFA3FC}"/>
          </ac:spMkLst>
        </pc:spChg>
        <pc:picChg chg="add">
          <ac:chgData name="" userId="" providerId="" clId="Web-{FC1B1186-34AD-40DB-8A34-4AF6CEB3A607}" dt="2026-10-29T18:10:50.878" v="14" actId="34807"/>
          <ac:picMkLst>
            <pc:docMk/>
            <pc:sldMk cId="2552010853" sldId="1271"/>
            <ac:picMk id="4481" creationId="{6A6F0075-B1AD-FC56-C4A5-2FF7305D4374}"/>
          </ac:picMkLst>
        </pc:picChg>
      </pc:sldChg>
      <pc:sldChg chg="addSp modSp add mod setBg modNotesTx">
        <pc:chgData name="" userId="" providerId="" clId="Web-{FC1B1186-34AD-40DB-8A34-4AF6CEB3A607}" dt="2026-10-29T18:10:50.878" v="14" actId="34807"/>
        <pc:sldMkLst>
          <pc:docMk/>
          <pc:sldMk cId="609394267" sldId="1477"/>
        </pc:sldMkLst>
        <pc:spChg chg="add mod">
          <ac:chgData name="" userId="" providerId="" clId="Web-{FC1B1186-34AD-40DB-8A34-4AF6CEB3A607}" dt="2026-10-29T18:08:07.119" v="12" actId="34807"/>
          <ac:spMkLst>
            <pc:docMk/>
            <pc:sldMk cId="609394267" sldId="1477"/>
            <ac:spMk id="2003" creationId="{FBE3CB36-8D2C-47A9-36B2-957DED0FADF1}"/>
          </ac:spMkLst>
        </pc:spChg>
        <pc:spChg chg="add mod">
          <ac:chgData name="" userId="" providerId="" clId="Web-{FC1B1186-34AD-40DB-8A34-4AF6CEB3A607}" dt="2026-10-29T18:08:04.557" v="10" actId="34807"/>
          <ac:spMkLst>
            <pc:docMk/>
            <pc:sldMk cId="609394267" sldId="1477"/>
            <ac:spMk id="2021" creationId="{2A614C2A-6B15-C363-6283-C0BD15C87D70}"/>
          </ac:spMkLst>
        </pc:spChg>
        <pc:spChg chg="add mod">
          <ac:chgData name="" userId="" providerId="" clId="Web-{FC1B1186-34AD-40DB-8A34-4AF6CEB3A607}" dt="2026-10-29T18:08:04.557" v="10" actId="34807"/>
          <ac:spMkLst>
            <pc:docMk/>
            <pc:sldMk cId="609394267" sldId="1477"/>
            <ac:spMk id="2040" creationId="{624CFF30-11FC-11B6-EA5F-AC608872CBAA}"/>
          </ac:spMkLst>
        </pc:spChg>
        <pc:spChg chg="add mod">
          <ac:chgData name="" userId="" providerId="" clId="Web-{FC1B1186-34AD-40DB-8A34-4AF6CEB3A607}" dt="2026-10-29T18:08:04.557" v="10" actId="34807"/>
          <ac:spMkLst>
            <pc:docMk/>
            <pc:sldMk cId="609394267" sldId="1477"/>
            <ac:spMk id="2060" creationId="{2F302455-F5BB-84D0-7DF8-28B70C2EFFFA}"/>
          </ac:spMkLst>
        </pc:spChg>
        <pc:spChg chg="add mod">
          <ac:chgData name="" userId="" providerId="" clId="Web-{FC1B1186-34AD-40DB-8A34-4AF6CEB3A607}" dt="2026-10-29T18:08:04.557" v="10" actId="34807"/>
          <ac:spMkLst>
            <pc:docMk/>
            <pc:sldMk cId="609394267" sldId="1477"/>
            <ac:spMk id="2081" creationId="{F78A3282-A392-31AA-D93E-AEB9187AD559}"/>
          </ac:spMkLst>
        </pc:spChg>
        <pc:spChg chg="add mod">
          <ac:chgData name="" userId="" providerId="" clId="Web-{FC1B1186-34AD-40DB-8A34-4AF6CEB3A607}" dt="2026-10-29T18:08:04.557" v="10" actId="34807"/>
          <ac:spMkLst>
            <pc:docMk/>
            <pc:sldMk cId="609394267" sldId="1477"/>
            <ac:spMk id="2103" creationId="{88AE8BC8-EEF2-2D18-AADB-1F5C81FE6A97}"/>
          </ac:spMkLst>
        </pc:spChg>
        <pc:spChg chg="add mod">
          <ac:chgData name="" userId="" providerId="" clId="Web-{FC1B1186-34AD-40DB-8A34-4AF6CEB3A607}" dt="2026-10-29T18:08:04.557" v="10" actId="34807"/>
          <ac:spMkLst>
            <pc:docMk/>
            <pc:sldMk cId="609394267" sldId="1477"/>
            <ac:spMk id="2126" creationId="{73DE1CE3-05F3-E22E-33F1-F19811002B3D}"/>
          </ac:spMkLst>
        </pc:spChg>
        <pc:spChg chg="add mod">
          <ac:chgData name="" userId="" providerId="" clId="Web-{FC1B1186-34AD-40DB-8A34-4AF6CEB3A607}" dt="2026-10-29T18:08:04.557" v="10" actId="34807"/>
          <ac:spMkLst>
            <pc:docMk/>
            <pc:sldMk cId="609394267" sldId="1477"/>
            <ac:spMk id="2150" creationId="{797D5CBE-3866-EBB0-559A-59EADC0BF35D}"/>
          </ac:spMkLst>
        </pc:spChg>
        <pc:picChg chg="add">
          <ac:chgData name="" userId="" providerId="" clId="Web-{FC1B1186-34AD-40DB-8A34-4AF6CEB3A607}" dt="2026-10-29T18:10:50.878" v="14" actId="34807"/>
          <ac:picMkLst>
            <pc:docMk/>
            <pc:sldMk cId="609394267" sldId="1477"/>
            <ac:picMk id="4482" creationId="{4F8FC103-5598-DB11-E205-D8E219245A83}"/>
          </ac:picMkLst>
        </pc:picChg>
      </pc:sldChg>
      <pc:sldChg chg="addSp modSp add mod setBg modNotesTx">
        <pc:chgData name="" userId="" providerId="" clId="Web-{FC1B1186-34AD-40DB-8A34-4AF6CEB3A607}" dt="2026-10-29T18:10:50.878" v="14" actId="34807"/>
        <pc:sldMkLst>
          <pc:docMk/>
          <pc:sldMk cId="677627237" sldId="1684"/>
        </pc:sldMkLst>
        <pc:spChg chg="add mod">
          <ac:chgData name="" userId="" providerId="" clId="Web-{FC1B1186-34AD-40DB-8A34-4AF6CEB3A607}" dt="2026-10-29T18:08:07.119" v="12" actId="34807"/>
          <ac:spMkLst>
            <pc:docMk/>
            <pc:sldMk cId="677627237" sldId="1684"/>
            <ac:spMk id="2175" creationId="{68616E81-B9C6-E98D-C249-7FCF8E1C3386}"/>
          </ac:spMkLst>
        </pc:spChg>
        <pc:spChg chg="add mod">
          <ac:chgData name="" userId="" providerId="" clId="Web-{FC1B1186-34AD-40DB-8A34-4AF6CEB3A607}" dt="2026-10-29T18:08:04.557" v="10" actId="34807"/>
          <ac:spMkLst>
            <pc:docMk/>
            <pc:sldMk cId="677627237" sldId="1684"/>
            <ac:spMk id="2201" creationId="{1A563843-4408-D5D9-C6B6-C5E50B6AC028}"/>
          </ac:spMkLst>
        </pc:spChg>
        <pc:spChg chg="add mod">
          <ac:chgData name="" userId="" providerId="" clId="Web-{FC1B1186-34AD-40DB-8A34-4AF6CEB3A607}" dt="2026-10-29T18:08:04.557" v="10" actId="34807"/>
          <ac:spMkLst>
            <pc:docMk/>
            <pc:sldMk cId="677627237" sldId="1684"/>
            <ac:spMk id="2228" creationId="{4B443F90-B4A2-8AF2-589A-1B2FBA19C6B2}"/>
          </ac:spMkLst>
        </pc:spChg>
        <pc:spChg chg="add mod">
          <ac:chgData name="" userId="" providerId="" clId="Web-{FC1B1186-34AD-40DB-8A34-4AF6CEB3A607}" dt="2026-10-29T18:08:04.557" v="10" actId="34807"/>
          <ac:spMkLst>
            <pc:docMk/>
            <pc:sldMk cId="677627237" sldId="1684"/>
            <ac:spMk id="2256" creationId="{A13E54C4-C31B-E9AC-BCBC-AF3263240487}"/>
          </ac:spMkLst>
        </pc:spChg>
        <pc:spChg chg="add mod">
          <ac:chgData name="" userId="" providerId="" clId="Web-{FC1B1186-34AD-40DB-8A34-4AF6CEB3A607}" dt="2026-10-29T18:08:04.557" v="10" actId="34807"/>
          <ac:spMkLst>
            <pc:docMk/>
            <pc:sldMk cId="677627237" sldId="1684"/>
            <ac:spMk id="2285" creationId="{204FBFBE-27B2-7CC6-B99D-29317ADBC669}"/>
          </ac:spMkLst>
        </pc:spChg>
        <pc:spChg chg="add mod">
          <ac:chgData name="" userId="" providerId="" clId="Web-{FC1B1186-34AD-40DB-8A34-4AF6CEB3A607}" dt="2026-10-29T18:08:04.557" v="10" actId="34807"/>
          <ac:spMkLst>
            <pc:docMk/>
            <pc:sldMk cId="677627237" sldId="1684"/>
            <ac:spMk id="2315" creationId="{894A00AC-CA44-B562-DD20-9E94AC692CEA}"/>
          </ac:spMkLst>
        </pc:spChg>
        <pc:spChg chg="add mod">
          <ac:chgData name="" userId="" providerId="" clId="Web-{FC1B1186-34AD-40DB-8A34-4AF6CEB3A607}" dt="2026-10-29T18:08:04.557" v="10" actId="34807"/>
          <ac:spMkLst>
            <pc:docMk/>
            <pc:sldMk cId="677627237" sldId="1684"/>
            <ac:spMk id="2346" creationId="{8E965F48-67EC-09D4-949D-B7961A8EA6E8}"/>
          </ac:spMkLst>
        </pc:spChg>
        <pc:spChg chg="add mod">
          <ac:chgData name="" userId="" providerId="" clId="Web-{FC1B1186-34AD-40DB-8A34-4AF6CEB3A607}" dt="2026-10-29T18:08:04.557" v="10" actId="34807"/>
          <ac:spMkLst>
            <pc:docMk/>
            <pc:sldMk cId="677627237" sldId="1684"/>
            <ac:spMk id="2378" creationId="{0212CB97-5625-87C8-118D-3EAB750E3164}"/>
          </ac:spMkLst>
        </pc:spChg>
        <pc:picChg chg="add">
          <ac:chgData name="" userId="" providerId="" clId="Web-{FC1B1186-34AD-40DB-8A34-4AF6CEB3A607}" dt="2026-10-29T18:10:50.878" v="14" actId="34807"/>
          <ac:picMkLst>
            <pc:docMk/>
            <pc:sldMk cId="677627237" sldId="1684"/>
            <ac:picMk id="4483" creationId="{2C552B92-0DA1-E6E6-C214-627F5E0C99F4}"/>
          </ac:picMkLst>
        </pc:picChg>
      </pc:sldChg>
      <pc:sldChg chg="addSp modSp add mod setBg modNotesTx">
        <pc:chgData name="" userId="" providerId="" clId="Web-{FC1B1186-34AD-40DB-8A34-4AF6CEB3A607}" dt="2026-10-29T18:10:50.878" v="14" actId="34807"/>
        <pc:sldMkLst>
          <pc:docMk/>
          <pc:sldMk cId="3500087316" sldId="1892"/>
        </pc:sldMkLst>
        <pc:spChg chg="add mod">
          <ac:chgData name="" userId="" providerId="" clId="Web-{FC1B1186-34AD-40DB-8A34-4AF6CEB3A607}" dt="2026-10-29T18:08:07.119" v="12" actId="34807"/>
          <ac:spMkLst>
            <pc:docMk/>
            <pc:sldMk cId="3500087316" sldId="1892"/>
            <ac:spMk id="2411" creationId="{81B8861F-3CEB-2CD2-B97E-194D9943DA35}"/>
          </ac:spMkLst>
        </pc:spChg>
        <pc:spChg chg="add mod">
          <ac:chgData name="" userId="" providerId="" clId="Web-{FC1B1186-34AD-40DB-8A34-4AF6CEB3A607}" dt="2026-10-29T18:08:04.557" v="10" actId="34807"/>
          <ac:spMkLst>
            <pc:docMk/>
            <pc:sldMk cId="3500087316" sldId="1892"/>
            <ac:spMk id="2445" creationId="{A3A316DD-64FB-068C-18E3-E83727468DBD}"/>
          </ac:spMkLst>
        </pc:spChg>
        <pc:spChg chg="add mod">
          <ac:chgData name="" userId="" providerId="" clId="Web-{FC1B1186-34AD-40DB-8A34-4AF6CEB3A607}" dt="2026-10-29T18:08:04.557" v="10" actId="34807"/>
          <ac:spMkLst>
            <pc:docMk/>
            <pc:sldMk cId="3500087316" sldId="1892"/>
            <ac:spMk id="2480" creationId="{7B11F734-1C9C-FEA1-DDB3-5F02557338C4}"/>
          </ac:spMkLst>
        </pc:spChg>
        <pc:spChg chg="add mod">
          <ac:chgData name="" userId="" providerId="" clId="Web-{FC1B1186-34AD-40DB-8A34-4AF6CEB3A607}" dt="2026-10-29T18:08:04.557" v="10" actId="34807"/>
          <ac:spMkLst>
            <pc:docMk/>
            <pc:sldMk cId="3500087316" sldId="1892"/>
            <ac:spMk id="2516" creationId="{F92B14F8-3047-F917-EF4A-82A4FB0746F0}"/>
          </ac:spMkLst>
        </pc:spChg>
        <pc:spChg chg="add mod">
          <ac:chgData name="" userId="" providerId="" clId="Web-{FC1B1186-34AD-40DB-8A34-4AF6CEB3A607}" dt="2026-10-29T18:08:04.557" v="10" actId="34807"/>
          <ac:spMkLst>
            <pc:docMk/>
            <pc:sldMk cId="3500087316" sldId="1892"/>
            <ac:spMk id="2553" creationId="{0764C444-7DFA-EBEC-9B37-A350838DAFD8}"/>
          </ac:spMkLst>
        </pc:spChg>
        <pc:spChg chg="add mod">
          <ac:chgData name="" userId="" providerId="" clId="Web-{FC1B1186-34AD-40DB-8A34-4AF6CEB3A607}" dt="2026-10-29T18:08:04.557" v="10" actId="34807"/>
          <ac:spMkLst>
            <pc:docMk/>
            <pc:sldMk cId="3500087316" sldId="1892"/>
            <ac:spMk id="2591" creationId="{3CAAC2A2-05C2-B0D3-A30B-3B0828D70737}"/>
          </ac:spMkLst>
        </pc:spChg>
        <pc:spChg chg="add mod">
          <ac:chgData name="" userId="" providerId="" clId="Web-{FC1B1186-34AD-40DB-8A34-4AF6CEB3A607}" dt="2026-10-29T18:08:04.557" v="10" actId="34807"/>
          <ac:spMkLst>
            <pc:docMk/>
            <pc:sldMk cId="3500087316" sldId="1892"/>
            <ac:spMk id="2630" creationId="{2FB29E1D-F6F4-2BD6-444D-E5AA3C83BC6A}"/>
          </ac:spMkLst>
        </pc:spChg>
        <pc:spChg chg="add mod">
          <ac:chgData name="" userId="" providerId="" clId="Web-{FC1B1186-34AD-40DB-8A34-4AF6CEB3A607}" dt="2026-10-29T18:08:04.557" v="10" actId="34807"/>
          <ac:spMkLst>
            <pc:docMk/>
            <pc:sldMk cId="3500087316" sldId="1892"/>
            <ac:spMk id="2670" creationId="{5E93D6FB-110A-98FB-4C06-BF2566D8F602}"/>
          </ac:spMkLst>
        </pc:spChg>
        <pc:picChg chg="add">
          <ac:chgData name="" userId="" providerId="" clId="Web-{FC1B1186-34AD-40DB-8A34-4AF6CEB3A607}" dt="2026-10-29T18:10:50.878" v="14" actId="34807"/>
          <ac:picMkLst>
            <pc:docMk/>
            <pc:sldMk cId="3500087316" sldId="1892"/>
            <ac:picMk id="4484" creationId="{E7E26AEE-DE51-E7B0-5DE8-DCC3FBCE987C}"/>
          </ac:picMkLst>
        </pc:picChg>
      </pc:sldChg>
      <pc:sldChg chg="addSp modSp add mod setBg modNotesTx">
        <pc:chgData name="" userId="" providerId="" clId="Web-{FC1B1186-34AD-40DB-8A34-4AF6CEB3A607}" dt="2026-10-29T18:10:50.878" v="14" actId="34807"/>
        <pc:sldMkLst>
          <pc:docMk/>
          <pc:sldMk cId="1947683506" sldId="2101"/>
        </pc:sldMkLst>
        <pc:spChg chg="add mod">
          <ac:chgData name="" userId="" providerId="" clId="Web-{FC1B1186-34AD-40DB-8A34-4AF6CEB3A607}" dt="2026-10-29T18:08:07.119" v="12" actId="34807"/>
          <ac:spMkLst>
            <pc:docMk/>
            <pc:sldMk cId="1947683506" sldId="2101"/>
            <ac:spMk id="2711" creationId="{4DFC6452-B766-D56D-2E08-82C7D4736F10}"/>
          </ac:spMkLst>
        </pc:spChg>
        <pc:spChg chg="add mod">
          <ac:chgData name="" userId="" providerId="" clId="Web-{FC1B1186-34AD-40DB-8A34-4AF6CEB3A607}" dt="2026-10-29T18:08:04.557" v="10" actId="34807"/>
          <ac:spMkLst>
            <pc:docMk/>
            <pc:sldMk cId="1947683506" sldId="2101"/>
            <ac:spMk id="2753" creationId="{E125FA6B-E588-630D-D9CD-45535FD75503}"/>
          </ac:spMkLst>
        </pc:spChg>
        <pc:spChg chg="add mod">
          <ac:chgData name="" userId="" providerId="" clId="Web-{FC1B1186-34AD-40DB-8A34-4AF6CEB3A607}" dt="2026-10-29T18:08:04.557" v="10" actId="34807"/>
          <ac:spMkLst>
            <pc:docMk/>
            <pc:sldMk cId="1947683506" sldId="2101"/>
            <ac:spMk id="2796" creationId="{34455DA5-6F6D-742B-9D08-B0A84DA49A8B}"/>
          </ac:spMkLst>
        </pc:spChg>
        <pc:spChg chg="add mod">
          <ac:chgData name="" userId="" providerId="" clId="Web-{FC1B1186-34AD-40DB-8A34-4AF6CEB3A607}" dt="2026-10-29T18:08:04.557" v="10" actId="34807"/>
          <ac:spMkLst>
            <pc:docMk/>
            <pc:sldMk cId="1947683506" sldId="2101"/>
            <ac:spMk id="2840" creationId="{1CA7EF2E-6F30-A89E-550D-D043B91DAF0F}"/>
          </ac:spMkLst>
        </pc:spChg>
        <pc:spChg chg="add mod">
          <ac:chgData name="" userId="" providerId="" clId="Web-{FC1B1186-34AD-40DB-8A34-4AF6CEB3A607}" dt="2026-10-29T18:08:04.557" v="10" actId="34807"/>
          <ac:spMkLst>
            <pc:docMk/>
            <pc:sldMk cId="1947683506" sldId="2101"/>
            <ac:spMk id="2885" creationId="{E45DCD61-FEFC-7E3F-5B5F-2A04052C4BD2}"/>
          </ac:spMkLst>
        </pc:spChg>
        <pc:spChg chg="add mod">
          <ac:chgData name="" userId="" providerId="" clId="Web-{FC1B1186-34AD-40DB-8A34-4AF6CEB3A607}" dt="2026-10-29T18:08:04.557" v="10" actId="34807"/>
          <ac:spMkLst>
            <pc:docMk/>
            <pc:sldMk cId="1947683506" sldId="2101"/>
            <ac:spMk id="2931" creationId="{B9C470C8-FA26-B885-9599-68BE02961971}"/>
          </ac:spMkLst>
        </pc:spChg>
        <pc:spChg chg="add mod">
          <ac:chgData name="" userId="" providerId="" clId="Web-{FC1B1186-34AD-40DB-8A34-4AF6CEB3A607}" dt="2026-10-29T18:08:04.557" v="10" actId="34807"/>
          <ac:spMkLst>
            <pc:docMk/>
            <pc:sldMk cId="1947683506" sldId="2101"/>
            <ac:spMk id="2978" creationId="{0709CBA5-BE96-8E7B-D65F-41D34A71438B}"/>
          </ac:spMkLst>
        </pc:spChg>
        <pc:spChg chg="add mod">
          <ac:chgData name="" userId="" providerId="" clId="Web-{FC1B1186-34AD-40DB-8A34-4AF6CEB3A607}" dt="2026-10-29T18:08:04.557" v="10" actId="34807"/>
          <ac:spMkLst>
            <pc:docMk/>
            <pc:sldMk cId="1947683506" sldId="2101"/>
            <ac:spMk id="3026" creationId="{F475F705-386F-1108-3116-71F5FA5C7D53}"/>
          </ac:spMkLst>
        </pc:spChg>
        <pc:picChg chg="add">
          <ac:chgData name="" userId="" providerId="" clId="Web-{FC1B1186-34AD-40DB-8A34-4AF6CEB3A607}" dt="2026-10-29T18:10:50.878" v="14" actId="34807"/>
          <ac:picMkLst>
            <pc:docMk/>
            <pc:sldMk cId="1947683506" sldId="2101"/>
            <ac:picMk id="4485" creationId="{DE7E12E0-A19D-7180-1876-BC33A778B2BF}"/>
          </ac:picMkLst>
        </pc:picChg>
      </pc:sldChg>
      <pc:sldChg chg="addSp modSp add mod setBg modNotesTx">
        <pc:chgData name="" userId="" providerId="" clId="Web-{FC1B1186-34AD-40DB-8A34-4AF6CEB3A607}" dt="2026-10-29T18:10:50.878" v="14" actId="34807"/>
        <pc:sldMkLst>
          <pc:docMk/>
          <pc:sldMk cId="1757238709" sldId="2311"/>
        </pc:sldMkLst>
        <pc:spChg chg="add mod">
          <ac:chgData name="" userId="" providerId="" clId="Web-{FC1B1186-34AD-40DB-8A34-4AF6CEB3A607}" dt="2026-10-29T18:08:07.119" v="12" actId="34807"/>
          <ac:spMkLst>
            <pc:docMk/>
            <pc:sldMk cId="1757238709" sldId="2311"/>
            <ac:spMk id="3075" creationId="{930E0C6F-CEE3-1A90-91D7-0244D7C153E8}"/>
          </ac:spMkLst>
        </pc:spChg>
        <pc:spChg chg="add mod">
          <ac:chgData name="" userId="" providerId="" clId="Web-{FC1B1186-34AD-40DB-8A34-4AF6CEB3A607}" dt="2026-10-29T18:08:04.557" v="10" actId="34807"/>
          <ac:spMkLst>
            <pc:docMk/>
            <pc:sldMk cId="1757238709" sldId="2311"/>
            <ac:spMk id="3125" creationId="{AE60FE8D-C838-2709-FD10-1BCBB0DA6512}"/>
          </ac:spMkLst>
        </pc:spChg>
        <pc:spChg chg="add mod">
          <ac:chgData name="" userId="" providerId="" clId="Web-{FC1B1186-34AD-40DB-8A34-4AF6CEB3A607}" dt="2026-10-29T18:08:04.557" v="10" actId="34807"/>
          <ac:spMkLst>
            <pc:docMk/>
            <pc:sldMk cId="1757238709" sldId="2311"/>
            <ac:spMk id="3176" creationId="{A4C6B70F-FB84-6291-01E7-3BD32F9A2B10}"/>
          </ac:spMkLst>
        </pc:spChg>
        <pc:spChg chg="add mod">
          <ac:chgData name="" userId="" providerId="" clId="Web-{FC1B1186-34AD-40DB-8A34-4AF6CEB3A607}" dt="2026-10-29T18:08:04.557" v="10" actId="34807"/>
          <ac:spMkLst>
            <pc:docMk/>
            <pc:sldMk cId="1757238709" sldId="2311"/>
            <ac:spMk id="3228" creationId="{EE71CEF2-B905-ED9D-1D9B-83011F671681}"/>
          </ac:spMkLst>
        </pc:spChg>
        <pc:spChg chg="add mod">
          <ac:chgData name="" userId="" providerId="" clId="Web-{FC1B1186-34AD-40DB-8A34-4AF6CEB3A607}" dt="2026-10-29T18:08:04.557" v="10" actId="34807"/>
          <ac:spMkLst>
            <pc:docMk/>
            <pc:sldMk cId="1757238709" sldId="2311"/>
            <ac:spMk id="3281" creationId="{67C67436-EC13-F0CC-668E-D567AD8098E2}"/>
          </ac:spMkLst>
        </pc:spChg>
        <pc:spChg chg="add mod">
          <ac:chgData name="" userId="" providerId="" clId="Web-{FC1B1186-34AD-40DB-8A34-4AF6CEB3A607}" dt="2026-10-29T18:08:04.557" v="10" actId="34807"/>
          <ac:spMkLst>
            <pc:docMk/>
            <pc:sldMk cId="1757238709" sldId="2311"/>
            <ac:spMk id="3335" creationId="{2C816A54-2B28-7764-0D73-25F1E25F0A7C}"/>
          </ac:spMkLst>
        </pc:spChg>
        <pc:spChg chg="add mod">
          <ac:chgData name="" userId="" providerId="" clId="Web-{FC1B1186-34AD-40DB-8A34-4AF6CEB3A607}" dt="2026-10-29T18:08:04.557" v="10" actId="34807"/>
          <ac:spMkLst>
            <pc:docMk/>
            <pc:sldMk cId="1757238709" sldId="2311"/>
            <ac:spMk id="3390" creationId="{52F80A4F-4AD9-9972-765A-916532405AD5}"/>
          </ac:spMkLst>
        </pc:spChg>
        <pc:spChg chg="add mod">
          <ac:chgData name="" userId="" providerId="" clId="Web-{FC1B1186-34AD-40DB-8A34-4AF6CEB3A607}" dt="2026-10-29T18:08:04.557" v="10" actId="34807"/>
          <ac:spMkLst>
            <pc:docMk/>
            <pc:sldMk cId="1757238709" sldId="2311"/>
            <ac:spMk id="3446" creationId="{F2745807-3577-0E3C-343E-9D431574C9D2}"/>
          </ac:spMkLst>
        </pc:spChg>
        <pc:picChg chg="add">
          <ac:chgData name="" userId="" providerId="" clId="Web-{FC1B1186-34AD-40DB-8A34-4AF6CEB3A607}" dt="2026-10-29T18:10:50.878" v="14" actId="34807"/>
          <ac:picMkLst>
            <pc:docMk/>
            <pc:sldMk cId="1757238709" sldId="2311"/>
            <ac:picMk id="4486" creationId="{9AC31F5E-FA1D-869E-2794-5F9F4C67D939}"/>
          </ac:picMkLst>
        </pc:picChg>
      </pc:sldChg>
      <pc:sldChg chg="addSp modSp add mod setBg modNotesTx">
        <pc:chgData name="" userId="" providerId="" clId="Web-{FC1B1186-34AD-40DB-8A34-4AF6CEB3A607}" dt="2026-10-29T18:10:50.878" v="14" actId="34807"/>
        <pc:sldMkLst>
          <pc:docMk/>
          <pc:sldMk cId="101967296" sldId="2522"/>
        </pc:sldMkLst>
        <pc:spChg chg="add mod">
          <ac:chgData name="" userId="" providerId="" clId="Web-{FC1B1186-34AD-40DB-8A34-4AF6CEB3A607}" dt="2026-10-29T18:08:07.119" v="12" actId="34807"/>
          <ac:spMkLst>
            <pc:docMk/>
            <pc:sldMk cId="101967296" sldId="2522"/>
            <ac:spMk id="3503" creationId="{2E2E9E31-C4A8-FC7D-B6B0-E5FDED5C4673}"/>
          </ac:spMkLst>
        </pc:spChg>
        <pc:spChg chg="add mod">
          <ac:chgData name="" userId="" providerId="" clId="Web-{FC1B1186-34AD-40DB-8A34-4AF6CEB3A607}" dt="2026-10-29T18:08:04.557" v="10" actId="34807"/>
          <ac:spMkLst>
            <pc:docMk/>
            <pc:sldMk cId="101967296" sldId="2522"/>
            <ac:spMk id="3561" creationId="{A13FFE91-BDBA-40B5-6640-720C9AAAB39E}"/>
          </ac:spMkLst>
        </pc:spChg>
        <pc:spChg chg="add mod">
          <ac:chgData name="" userId="" providerId="" clId="Web-{FC1B1186-34AD-40DB-8A34-4AF6CEB3A607}" dt="2026-10-29T18:08:04.557" v="10" actId="34807"/>
          <ac:spMkLst>
            <pc:docMk/>
            <pc:sldMk cId="101967296" sldId="2522"/>
            <ac:spMk id="3620" creationId="{53D05504-4E49-67E2-F72F-7B0F2F8A7974}"/>
          </ac:spMkLst>
        </pc:spChg>
        <pc:spChg chg="add mod">
          <ac:chgData name="" userId="" providerId="" clId="Web-{FC1B1186-34AD-40DB-8A34-4AF6CEB3A607}" dt="2026-10-29T18:08:04.557" v="10" actId="34807"/>
          <ac:spMkLst>
            <pc:docMk/>
            <pc:sldMk cId="101967296" sldId="2522"/>
            <ac:spMk id="3680" creationId="{E6308300-180E-231F-8C86-00CC293B515E}"/>
          </ac:spMkLst>
        </pc:spChg>
        <pc:spChg chg="add mod">
          <ac:chgData name="" userId="" providerId="" clId="Web-{FC1B1186-34AD-40DB-8A34-4AF6CEB3A607}" dt="2026-10-29T18:08:04.557" v="10" actId="34807"/>
          <ac:spMkLst>
            <pc:docMk/>
            <pc:sldMk cId="101967296" sldId="2522"/>
            <ac:spMk id="3741" creationId="{DA5C22EA-E3EF-F3FF-97BE-A97CE6292248}"/>
          </ac:spMkLst>
        </pc:spChg>
        <pc:spChg chg="add mod">
          <ac:chgData name="" userId="" providerId="" clId="Web-{FC1B1186-34AD-40DB-8A34-4AF6CEB3A607}" dt="2026-10-29T18:08:04.557" v="10" actId="34807"/>
          <ac:spMkLst>
            <pc:docMk/>
            <pc:sldMk cId="101967296" sldId="2522"/>
            <ac:spMk id="3803" creationId="{9DA0483B-D5DC-4B18-62CE-2E0383A26161}"/>
          </ac:spMkLst>
        </pc:spChg>
        <pc:spChg chg="add mod">
          <ac:chgData name="" userId="" providerId="" clId="Web-{FC1B1186-34AD-40DB-8A34-4AF6CEB3A607}" dt="2026-10-29T18:08:04.557" v="10" actId="34807"/>
          <ac:spMkLst>
            <pc:docMk/>
            <pc:sldMk cId="101967296" sldId="2522"/>
            <ac:spMk id="3866" creationId="{5F12970D-E1AB-501C-A817-0068CA31F6CF}"/>
          </ac:spMkLst>
        </pc:spChg>
        <pc:spChg chg="add mod">
          <ac:chgData name="" userId="" providerId="" clId="Web-{FC1B1186-34AD-40DB-8A34-4AF6CEB3A607}" dt="2026-10-29T18:08:04.557" v="10" actId="34807"/>
          <ac:spMkLst>
            <pc:docMk/>
            <pc:sldMk cId="101967296" sldId="2522"/>
            <ac:spMk id="3930" creationId="{099576C5-A3B9-4658-31BE-0E386BD2D1C7}"/>
          </ac:spMkLst>
        </pc:spChg>
        <pc:picChg chg="add">
          <ac:chgData name="" userId="" providerId="" clId="Web-{FC1B1186-34AD-40DB-8A34-4AF6CEB3A607}" dt="2026-10-29T18:10:50.878" v="14" actId="34807"/>
          <ac:picMkLst>
            <pc:docMk/>
            <pc:sldMk cId="101967296" sldId="2522"/>
            <ac:picMk id="4487" creationId="{8C4CA693-706A-86D9-B3D9-3CCF337616AA}"/>
          </ac:picMkLst>
        </pc:picChg>
      </pc:sldChg>
      <pc:sldChg chg="addSp modSp add mod setBg modNotesTx">
        <pc:chgData name="" userId="" providerId="" clId="Web-{FC1B1186-34AD-40DB-8A34-4AF6CEB3A607}" dt="2026-10-29T18:10:50.878" v="14" actId="34807"/>
        <pc:sldMkLst>
          <pc:docMk/>
          <pc:sldMk cId="4262491854" sldId="2734"/>
        </pc:sldMkLst>
        <pc:spChg chg="add mod">
          <ac:chgData name="" userId="" providerId="" clId="Web-{FC1B1186-34AD-40DB-8A34-4AF6CEB3A607}" dt="2026-10-29T18:08:07.119" v="12" actId="34807"/>
          <ac:spMkLst>
            <pc:docMk/>
            <pc:sldMk cId="4262491854" sldId="2734"/>
            <ac:spMk id="3995" creationId="{C80D7426-6E25-3AA3-F6D0-18092246964C}"/>
          </ac:spMkLst>
        </pc:spChg>
        <pc:spChg chg="add mod">
          <ac:chgData name="" userId="" providerId="" clId="Web-{FC1B1186-34AD-40DB-8A34-4AF6CEB3A607}" dt="2026-10-29T18:08:04.557" v="10" actId="34807"/>
          <ac:spMkLst>
            <pc:docMk/>
            <pc:sldMk cId="4262491854" sldId="2734"/>
            <ac:spMk id="4061" creationId="{7755B4AA-F666-3873-2167-A9AC58451048}"/>
          </ac:spMkLst>
        </pc:spChg>
        <pc:spChg chg="add mod">
          <ac:chgData name="" userId="" providerId="" clId="Web-{FC1B1186-34AD-40DB-8A34-4AF6CEB3A607}" dt="2026-10-29T18:08:04.557" v="10" actId="34807"/>
          <ac:spMkLst>
            <pc:docMk/>
            <pc:sldMk cId="4262491854" sldId="2734"/>
            <ac:spMk id="4128" creationId="{CD8FC547-49F7-A33C-AB10-0A176CBE001A}"/>
          </ac:spMkLst>
        </pc:spChg>
        <pc:spChg chg="add mod">
          <ac:chgData name="" userId="" providerId="" clId="Web-{FC1B1186-34AD-40DB-8A34-4AF6CEB3A607}" dt="2026-10-29T18:08:04.557" v="10" actId="34807"/>
          <ac:spMkLst>
            <pc:docMk/>
            <pc:sldMk cId="4262491854" sldId="2734"/>
            <ac:spMk id="4196" creationId="{BBCE030A-1623-4001-502E-0643A130E399}"/>
          </ac:spMkLst>
        </pc:spChg>
        <pc:spChg chg="add mod">
          <ac:chgData name="" userId="" providerId="" clId="Web-{FC1B1186-34AD-40DB-8A34-4AF6CEB3A607}" dt="2026-10-29T18:08:04.557" v="10" actId="34807"/>
          <ac:spMkLst>
            <pc:docMk/>
            <pc:sldMk cId="4262491854" sldId="2734"/>
            <ac:spMk id="4265" creationId="{3F66DF07-686F-5F6D-56E5-2536DBB07C5A}"/>
          </ac:spMkLst>
        </pc:spChg>
        <pc:spChg chg="add mod">
          <ac:chgData name="" userId="" providerId="" clId="Web-{FC1B1186-34AD-40DB-8A34-4AF6CEB3A607}" dt="2026-10-29T18:08:04.557" v="10" actId="34807"/>
          <ac:spMkLst>
            <pc:docMk/>
            <pc:sldMk cId="4262491854" sldId="2734"/>
            <ac:spMk id="4335" creationId="{C512DDEE-5D2B-BA0E-C57E-2ACD164A85A0}"/>
          </ac:spMkLst>
        </pc:spChg>
        <pc:spChg chg="add mod">
          <ac:chgData name="" userId="" providerId="" clId="Web-{FC1B1186-34AD-40DB-8A34-4AF6CEB3A607}" dt="2026-10-29T18:08:04.557" v="10" actId="34807"/>
          <ac:spMkLst>
            <pc:docMk/>
            <pc:sldMk cId="4262491854" sldId="2734"/>
            <ac:spMk id="4406" creationId="{D5B5CAF4-739F-7429-696B-1EA5320D95A0}"/>
          </ac:spMkLst>
        </pc:spChg>
        <pc:spChg chg="add mod">
          <ac:chgData name="" userId="" providerId="" clId="Web-{FC1B1186-34AD-40DB-8A34-4AF6CEB3A607}" dt="2026-10-29T18:08:04.557" v="10" actId="34807"/>
          <ac:spMkLst>
            <pc:docMk/>
            <pc:sldMk cId="4262491854" sldId="2734"/>
            <ac:spMk id="4478" creationId="{6343759A-1769-D83A-11A4-32DC046EF0A0}"/>
          </ac:spMkLst>
        </pc:spChg>
        <pc:picChg chg="add">
          <ac:chgData name="" userId="" providerId="" clId="Web-{FC1B1186-34AD-40DB-8A34-4AF6CEB3A607}" dt="2026-10-29T18:10:50.878" v="14" actId="34807"/>
          <ac:picMkLst>
            <pc:docMk/>
            <pc:sldMk cId="4262491854" sldId="2734"/>
            <ac:picMk id="4488" creationId="{2375CE63-C319-D03C-A289-6DB447A5F99C}"/>
          </ac:picMkLst>
        </pc:picChg>
      </pc:sldChg>
      <pc:sldChg chg="addSp delSp modSp add mod setBg modNotesTx">
        <pc:chgData name="" userId="" providerId="" clId="Web-{FC1B1186-34AD-40DB-8A34-4AF6CEB3A607}" dt="2026-10-29T18:14:58.715" v="23" actId="34807"/>
        <pc:sldMkLst>
          <pc:docMk/>
          <pc:sldMk cId="4196231741" sldId="2947"/>
        </pc:sldMkLst>
        <pc:spChg chg="add mod">
          <ac:chgData name="" userId="" providerId="" clId="Web-{FC1B1186-34AD-40DB-8A34-4AF6CEB3A607}" dt="2026-10-29T18:11:02.769" v="17" actId="34807"/>
          <ac:spMkLst>
            <pc:docMk/>
            <pc:sldMk cId="4196231741" sldId="2947"/>
            <ac:spMk id="4489" creationId="{D263D75F-BFB2-1869-E624-801FDD0D751A}"/>
          </ac:spMkLst>
        </pc:spChg>
        <pc:spChg chg="mod">
          <ac:chgData name="" userId="" providerId="" clId="Web-{FC1B1186-34AD-40DB-8A34-4AF6CEB3A607}" dt="2026-10-29T18:11:02.769" v="17" actId="34807"/>
          <ac:spMkLst>
            <pc:docMk/>
            <pc:sldMk cId="4196231741" sldId="2947"/>
            <ac:spMk id="4494" creationId="{764249A8-BD0B-BD36-9924-D32C55368AD0}"/>
          </ac:spMkLst>
        </pc:spChg>
        <pc:spChg chg="add del mod">
          <ac:chgData name="" userId="" providerId="" clId="Web-{FC1B1186-34AD-40DB-8A34-4AF6CEB3A607}" dt="2026-10-29T18:13:44.244" v="19" actId="34807"/>
          <ac:spMkLst>
            <pc:docMk/>
            <pc:sldMk cId="4196231741" sldId="2947"/>
            <ac:spMk id="4498" creationId="{C1FC3518-FA36-606E-0DDF-EFCC7B648367}"/>
          </ac:spMkLst>
        </pc:spChg>
        <pc:spChg chg="del">
          <ac:chgData name="" userId="" providerId="" clId="Web-{FC1B1186-34AD-40DB-8A34-4AF6CEB3A607}" dt="2026-10-29T18:13:44.244" v="19" actId="34807"/>
          <ac:spMkLst>
            <pc:docMk/>
            <pc:sldMk cId="4196231741" sldId="2947"/>
            <ac:spMk id="4509" creationId="{CF2462FA-82FA-0BE4-27ED-341B6B10B808}"/>
          </ac:spMkLst>
        </pc:spChg>
        <pc:spChg chg="add del mod">
          <ac:chgData name="" userId="" providerId="" clId="Web-{FC1B1186-34AD-40DB-8A34-4AF6CEB3A607}" dt="2026-10-29T18:13:44.244" v="19" actId="34807"/>
          <ac:spMkLst>
            <pc:docMk/>
            <pc:sldMk cId="4196231741" sldId="2947"/>
            <ac:spMk id="4533" creationId="{9AD78F3C-E836-88DE-27CD-7034B5E50413}"/>
          </ac:spMkLst>
        </pc:spChg>
        <pc:spChg chg="add del mod">
          <ac:chgData name="" userId="" providerId="" clId="Web-{FC1B1186-34AD-40DB-8A34-4AF6CEB3A607}" dt="2026-10-29T18:13:44.244" v="19" actId="34807"/>
          <ac:spMkLst>
            <pc:docMk/>
            <pc:sldMk cId="4196231741" sldId="2947"/>
            <ac:spMk id="4543" creationId="{A8537528-D296-2C5F-F653-3860A2C179F8}"/>
          </ac:spMkLst>
        </pc:spChg>
        <pc:spChg chg="add del mod">
          <ac:chgData name="" userId="" providerId="" clId="Web-{FC1B1186-34AD-40DB-8A34-4AF6CEB3A607}" dt="2026-10-29T18:13:44.244" v="19" actId="34807"/>
          <ac:spMkLst>
            <pc:docMk/>
            <pc:sldMk cId="4196231741" sldId="2947"/>
            <ac:spMk id="4608" creationId="{7E4D3705-3134-B160-7A73-5376DC80A25E}"/>
          </ac:spMkLst>
        </pc:spChg>
        <pc:spChg chg="add del mod">
          <ac:chgData name="" userId="" providerId="" clId="Web-{FC1B1186-34AD-40DB-8A34-4AF6CEB3A607}" dt="2026-10-29T18:13:44.244" v="19" actId="34807"/>
          <ac:spMkLst>
            <pc:docMk/>
            <pc:sldMk cId="4196231741" sldId="2947"/>
            <ac:spMk id="4659" creationId="{DCB502B0-CBC0-E043-8EDC-57797A5FC73C}"/>
          </ac:spMkLst>
        </pc:spChg>
        <pc:spChg chg="add del mod">
          <ac:chgData name="" userId="" providerId="" clId="Web-{FC1B1186-34AD-40DB-8A34-4AF6CEB3A607}" dt="2026-10-29T18:13:44.244" v="19" actId="34807"/>
          <ac:spMkLst>
            <pc:docMk/>
            <pc:sldMk cId="4196231741" sldId="2947"/>
            <ac:spMk id="4698" creationId="{EEC48D82-551E-459F-1143-A0C9456D7D6B}"/>
          </ac:spMkLst>
        </pc:spChg>
        <pc:spChg chg="add del mod">
          <ac:chgData name="" userId="" providerId="" clId="Web-{FC1B1186-34AD-40DB-8A34-4AF6CEB3A607}" dt="2026-10-29T18:13:44.244" v="19" actId="34807"/>
          <ac:spMkLst>
            <pc:docMk/>
            <pc:sldMk cId="4196231741" sldId="2947"/>
            <ac:spMk id="4741" creationId="{3C4941ED-C416-BB2A-2DB7-CAFE18CE7574}"/>
          </ac:spMkLst>
        </pc:spChg>
        <pc:spChg chg="add del mod">
          <ac:chgData name="" userId="" providerId="" clId="Web-{FC1B1186-34AD-40DB-8A34-4AF6CEB3A607}" dt="2026-10-29T18:13:44.244" v="19" actId="34807"/>
          <ac:spMkLst>
            <pc:docMk/>
            <pc:sldMk cId="4196231741" sldId="2947"/>
            <ac:spMk id="4764" creationId="{4E360329-5751-C57B-6B13-5A9AD339E56E}"/>
          </ac:spMkLst>
        </pc:spChg>
        <pc:spChg chg="add del mod">
          <ac:chgData name="" userId="" providerId="" clId="Web-{FC1B1186-34AD-40DB-8A34-4AF6CEB3A607}" dt="2026-10-29T18:13:44.244" v="19" actId="34807"/>
          <ac:spMkLst>
            <pc:docMk/>
            <pc:sldMk cId="4196231741" sldId="2947"/>
            <ac:spMk id="4788" creationId="{0B22F661-DD6F-9822-7BA0-C1BB30B99ED6}"/>
          </ac:spMkLst>
        </pc:spChg>
        <pc:spChg chg="add mod">
          <ac:chgData name="" userId="" providerId="" clId="Web-{FC1B1186-34AD-40DB-8A34-4AF6CEB3A607}" dt="2026-10-29T18:13:46.776" v="20" actId="34807"/>
          <ac:spMkLst>
            <pc:docMk/>
            <pc:sldMk cId="4196231741" sldId="2947"/>
            <ac:spMk id="6881" creationId="{C6384170-CF5E-54B2-0A2B-EB4348BEAF1B}"/>
          </ac:spMkLst>
        </pc:spChg>
        <pc:spChg chg="add mod">
          <ac:chgData name="" userId="" providerId="" clId="Web-{FC1B1186-34AD-40DB-8A34-4AF6CEB3A607}" dt="2026-10-29T18:13:42.416" v="18" actId="34807"/>
          <ac:spMkLst>
            <pc:docMk/>
            <pc:sldMk cId="4196231741" sldId="2947"/>
            <ac:spMk id="6884" creationId="{73F5D94F-3968-7B9F-3878-F71635DFAF11}"/>
          </ac:spMkLst>
        </pc:spChg>
        <pc:spChg chg="add mod">
          <ac:chgData name="" userId="" providerId="" clId="Web-{FC1B1186-34AD-40DB-8A34-4AF6CEB3A607}" dt="2026-10-29T18:13:42.416" v="18" actId="34807"/>
          <ac:spMkLst>
            <pc:docMk/>
            <pc:sldMk cId="4196231741" sldId="2947"/>
            <ac:spMk id="6893" creationId="{68360D10-4902-3B78-CDA4-54C0982A6F0D}"/>
          </ac:spMkLst>
        </pc:spChg>
        <pc:spChg chg="add mod">
          <ac:chgData name="" userId="" providerId="" clId="Web-{FC1B1186-34AD-40DB-8A34-4AF6CEB3A607}" dt="2026-10-29T18:13:42.416" v="18" actId="34807"/>
          <ac:spMkLst>
            <pc:docMk/>
            <pc:sldMk cId="4196231741" sldId="2947"/>
            <ac:spMk id="6899" creationId="{F5D8AD13-86EE-5131-9314-5D24C758677D}"/>
          </ac:spMkLst>
        </pc:spChg>
        <pc:spChg chg="add mod">
          <ac:chgData name="" userId="" providerId="" clId="Web-{FC1B1186-34AD-40DB-8A34-4AF6CEB3A607}" dt="2026-10-29T18:13:42.416" v="18" actId="34807"/>
          <ac:spMkLst>
            <pc:docMk/>
            <pc:sldMk cId="4196231741" sldId="2947"/>
            <ac:spMk id="6923" creationId="{FC7F6F1A-7C50-4476-9D9A-9D02F5CC38B0}"/>
          </ac:spMkLst>
        </pc:spChg>
        <pc:spChg chg="add mod">
          <ac:chgData name="" userId="" providerId="" clId="Web-{FC1B1186-34AD-40DB-8A34-4AF6CEB3A607}" dt="2026-10-29T18:13:42.416" v="18" actId="34807"/>
          <ac:spMkLst>
            <pc:docMk/>
            <pc:sldMk cId="4196231741" sldId="2947"/>
            <ac:spMk id="6998" creationId="{22BA1CD9-BE13-75C2-51B6-A91BEB6A3DA2}"/>
          </ac:spMkLst>
        </pc:spChg>
        <pc:spChg chg="add mod">
          <ac:chgData name="" userId="" providerId="" clId="Web-{FC1B1186-34AD-40DB-8A34-4AF6CEB3A607}" dt="2026-10-29T18:13:42.416" v="18" actId="34807"/>
          <ac:spMkLst>
            <pc:docMk/>
            <pc:sldMk cId="4196231741" sldId="2947"/>
            <ac:spMk id="7049" creationId="{590D23DE-EA2A-4450-6009-BB17C7123A5D}"/>
          </ac:spMkLst>
        </pc:spChg>
        <pc:spChg chg="add mod">
          <ac:chgData name="" userId="" providerId="" clId="Web-{FC1B1186-34AD-40DB-8A34-4AF6CEB3A607}" dt="2026-10-29T18:13:42.416" v="18" actId="34807"/>
          <ac:spMkLst>
            <pc:docMk/>
            <pc:sldMk cId="4196231741" sldId="2947"/>
            <ac:spMk id="7068" creationId="{BE8AA791-812C-512B-A8CD-7D6CB1E7D835}"/>
          </ac:spMkLst>
        </pc:spChg>
        <pc:spChg chg="add mod">
          <ac:chgData name="" userId="" providerId="" clId="Web-{FC1B1186-34AD-40DB-8A34-4AF6CEB3A607}" dt="2026-10-29T18:13:42.416" v="18" actId="34807"/>
          <ac:spMkLst>
            <pc:docMk/>
            <pc:sldMk cId="4196231741" sldId="2947"/>
            <ac:spMk id="7109" creationId="{3AE1DB17-521E-0C4A-89AE-5B8BA629C3C2}"/>
          </ac:spMkLst>
        </pc:spChg>
        <pc:spChg chg="add mod">
          <ac:chgData name="" userId="" providerId="" clId="Web-{FC1B1186-34AD-40DB-8A34-4AF6CEB3A607}" dt="2026-10-29T18:13:42.416" v="18" actId="34807"/>
          <ac:spMkLst>
            <pc:docMk/>
            <pc:sldMk cId="4196231741" sldId="2947"/>
            <ac:spMk id="7131" creationId="{F44560B8-DE3C-563C-4DB0-E01FC8BC100D}"/>
          </ac:spMkLst>
        </pc:spChg>
        <pc:graphicFrameChg chg="mod">
          <ac:chgData name="" userId="" providerId="" clId="Web-{FC1B1186-34AD-40DB-8A34-4AF6CEB3A607}" dt="2026-10-29T18:14:58.715" v="23" actId="34807"/>
          <ac:graphicFrameMkLst>
            <pc:docMk/>
            <pc:sldMk cId="4196231741" sldId="2947"/>
            <ac:graphicFrameMk id="24" creationId="{41121048-E438-429C-A4BC-B0BAD8965611}"/>
          </ac:graphicFrameMkLst>
        </pc:graphicFrameChg>
      </pc:sldChg>
      <pc:sldChg chg="addSp delSp modSp add mod setBg modNotesTx">
        <pc:chgData name="" userId="" providerId="" clId="Web-{FC1B1186-34AD-40DB-8A34-4AF6CEB3A607}" dt="2026-10-29T18:14:58.715" v="23" actId="34807"/>
        <pc:sldMkLst>
          <pc:docMk/>
          <pc:sldMk cId="2790683141" sldId="3161"/>
        </pc:sldMkLst>
        <pc:spChg chg="add mod">
          <ac:chgData name="" userId="" providerId="" clId="Web-{FC1B1186-34AD-40DB-8A34-4AF6CEB3A607}" dt="2026-10-29T18:11:02.769" v="17" actId="34807"/>
          <ac:spMkLst>
            <pc:docMk/>
            <pc:sldMk cId="2790683141" sldId="3161"/>
            <ac:spMk id="4814" creationId="{4D7E58F9-3191-426D-800D-B4B90EF68705}"/>
          </ac:spMkLst>
        </pc:spChg>
        <pc:spChg chg="add mod">
          <ac:chgData name="" userId="" providerId="" clId="Web-{FC1B1186-34AD-40DB-8A34-4AF6CEB3A607}" dt="2026-10-29T18:10:59.707" v="15" actId="34807"/>
          <ac:spMkLst>
            <pc:docMk/>
            <pc:sldMk cId="2790683141" sldId="3161"/>
            <ac:spMk id="4841" creationId="{306F1F1A-9977-342A-1DEE-D532B050F6D6}"/>
          </ac:spMkLst>
        </pc:spChg>
        <pc:spChg chg="add del mod">
          <ac:chgData name="" userId="" providerId="" clId="Web-{FC1B1186-34AD-40DB-8A34-4AF6CEB3A607}" dt="2026-10-29T18:13:44.244" v="19" actId="34807"/>
          <ac:spMkLst>
            <pc:docMk/>
            <pc:sldMk cId="2790683141" sldId="3161"/>
            <ac:spMk id="4869" creationId="{D7369D0B-7B3E-8083-50CC-A131BE61D88E}"/>
          </ac:spMkLst>
        </pc:spChg>
        <pc:spChg chg="add del mod">
          <ac:chgData name="" userId="" providerId="" clId="Web-{FC1B1186-34AD-40DB-8A34-4AF6CEB3A607}" dt="2026-10-29T18:13:44.244" v="19" actId="34807"/>
          <ac:spMkLst>
            <pc:docMk/>
            <pc:sldMk cId="2790683141" sldId="3161"/>
            <ac:spMk id="4898" creationId="{CFDD52AB-B940-AF22-99A2-DFC3B3195F16}"/>
          </ac:spMkLst>
        </pc:spChg>
        <pc:spChg chg="add del mod">
          <ac:chgData name="" userId="" providerId="" clId="Web-{FC1B1186-34AD-40DB-8A34-4AF6CEB3A607}" dt="2026-10-29T18:13:44.244" v="19" actId="34807"/>
          <ac:spMkLst>
            <pc:docMk/>
            <pc:sldMk cId="2790683141" sldId="3161"/>
            <ac:spMk id="4928" creationId="{EF589B81-690A-93AE-7DAF-B8CD7E6C77ED}"/>
          </ac:spMkLst>
        </pc:spChg>
        <pc:spChg chg="add del mod">
          <ac:chgData name="" userId="" providerId="" clId="Web-{FC1B1186-34AD-40DB-8A34-4AF6CEB3A607}" dt="2026-10-29T18:13:44.244" v="19" actId="34807"/>
          <ac:spMkLst>
            <pc:docMk/>
            <pc:sldMk cId="2790683141" sldId="3161"/>
            <ac:spMk id="4959" creationId="{1D94739D-4FF4-5B1F-BB0E-6CFC4C319E0B}"/>
          </ac:spMkLst>
        </pc:spChg>
        <pc:spChg chg="add del mod">
          <ac:chgData name="" userId="" providerId="" clId="Web-{FC1B1186-34AD-40DB-8A34-4AF6CEB3A607}" dt="2026-10-29T18:13:44.244" v="19" actId="34807"/>
          <ac:spMkLst>
            <pc:docMk/>
            <pc:sldMk cId="2790683141" sldId="3161"/>
            <ac:spMk id="4991" creationId="{4B1E427C-29DE-6741-1FC1-ACADA528FF69}"/>
          </ac:spMkLst>
        </pc:spChg>
        <pc:spChg chg="add del mod">
          <ac:chgData name="" userId="" providerId="" clId="Web-{FC1B1186-34AD-40DB-8A34-4AF6CEB3A607}" dt="2026-10-29T18:13:44.244" v="19" actId="34807"/>
          <ac:spMkLst>
            <pc:docMk/>
            <pc:sldMk cId="2790683141" sldId="3161"/>
            <ac:spMk id="5024" creationId="{5005E6A8-57CE-AD12-3A4B-F4F3686E4FC5}"/>
          </ac:spMkLst>
        </pc:spChg>
        <pc:spChg chg="add del mod">
          <ac:chgData name="" userId="" providerId="" clId="Web-{FC1B1186-34AD-40DB-8A34-4AF6CEB3A607}" dt="2026-10-29T18:13:44.244" v="19" actId="34807"/>
          <ac:spMkLst>
            <pc:docMk/>
            <pc:sldMk cId="2790683141" sldId="3161"/>
            <ac:spMk id="5058" creationId="{A64E8035-DEAB-5F4D-9649-ADBEAA95DD1C}"/>
          </ac:spMkLst>
        </pc:spChg>
        <pc:spChg chg="add del mod">
          <ac:chgData name="" userId="" providerId="" clId="Web-{FC1B1186-34AD-40DB-8A34-4AF6CEB3A607}" dt="2026-10-29T18:13:44.244" v="19" actId="34807"/>
          <ac:spMkLst>
            <pc:docMk/>
            <pc:sldMk cId="2790683141" sldId="3161"/>
            <ac:spMk id="5093" creationId="{40BCD3DD-07B4-97CC-46BE-51166CC2985C}"/>
          </ac:spMkLst>
        </pc:spChg>
        <pc:spChg chg="add mod">
          <ac:chgData name="" userId="" providerId="" clId="Web-{FC1B1186-34AD-40DB-8A34-4AF6CEB3A607}" dt="2026-10-29T18:14:58.715" v="23" actId="34807"/>
          <ac:spMkLst>
            <pc:docMk/>
            <pc:sldMk cId="2790683141" sldId="3161"/>
            <ac:spMk id="7206" creationId="{D809691A-D8D3-49E8-53E8-E650C272037D}"/>
          </ac:spMkLst>
        </pc:spChg>
        <pc:spChg chg="mod">
          <ac:chgData name="" userId="" providerId="" clId="Web-{FC1B1186-34AD-40DB-8A34-4AF6CEB3A607}" dt="2026-10-29T18:14:58.715" v="23" actId="34807"/>
          <ac:spMkLst>
            <pc:docMk/>
            <pc:sldMk cId="2790683141" sldId="3161"/>
            <ac:spMk id="7233" creationId="{7C87452C-704C-C48E-67B9-819E9B352971}"/>
          </ac:spMkLst>
        </pc:spChg>
        <pc:spChg chg="add mod">
          <ac:chgData name="" userId="" providerId="" clId="Web-{FC1B1186-34AD-40DB-8A34-4AF6CEB3A607}" dt="2026-10-29T18:14:58.715" v="23" actId="34807"/>
          <ac:spMkLst>
            <pc:docMk/>
            <pc:sldMk cId="2790683141" sldId="3161"/>
            <ac:spMk id="7261" creationId="{7F95F172-CC5F-5E8E-EFDA-9A3CAFEFD65E}"/>
          </ac:spMkLst>
        </pc:spChg>
        <pc:spChg chg="mod">
          <ac:chgData name="" userId="" providerId="" clId="Web-{FC1B1186-34AD-40DB-8A34-4AF6CEB3A607}" dt="2026-10-29T18:14:58.715" v="23" actId="34807"/>
          <ac:spMkLst>
            <pc:docMk/>
            <pc:sldMk cId="2790683141" sldId="3161"/>
            <ac:spMk id="7290" creationId="{374DF55B-D929-3E72-8004-9003F0DF0D48}"/>
          </ac:spMkLst>
        </pc:spChg>
        <pc:spChg chg="mod">
          <ac:chgData name="" userId="" providerId="" clId="Web-{FC1B1186-34AD-40DB-8A34-4AF6CEB3A607}" dt="2026-10-29T18:14:58.715" v="23" actId="34807"/>
          <ac:spMkLst>
            <pc:docMk/>
            <pc:sldMk cId="2790683141" sldId="3161"/>
            <ac:spMk id="7320" creationId="{F7CA3C61-B674-C4FE-457D-E64A78572CB9}"/>
          </ac:spMkLst>
        </pc:spChg>
        <pc:spChg chg="add mod">
          <ac:chgData name="" userId="" providerId="" clId="Web-{FC1B1186-34AD-40DB-8A34-4AF6CEB3A607}" dt="2026-10-29T18:14:58.715" v="23" actId="34807"/>
          <ac:spMkLst>
            <pc:docMk/>
            <pc:sldMk cId="2790683141" sldId="3161"/>
            <ac:spMk id="7351" creationId="{20ECC7BF-606F-C082-2CAD-811BBC4185E7}"/>
          </ac:spMkLst>
        </pc:spChg>
        <pc:spChg chg="mod">
          <ac:chgData name="" userId="" providerId="" clId="Web-{FC1B1186-34AD-40DB-8A34-4AF6CEB3A607}" dt="2026-10-29T18:14:58.715" v="23" actId="34807"/>
          <ac:spMkLst>
            <pc:docMk/>
            <pc:sldMk cId="2790683141" sldId="3161"/>
            <ac:spMk id="7383" creationId="{401DF6E3-D3B1-E6DD-E14A-130390D91DE9}"/>
          </ac:spMkLst>
        </pc:spChg>
        <pc:spChg chg="add mod">
          <ac:chgData name="" userId="" providerId="" clId="Web-{FC1B1186-34AD-40DB-8A34-4AF6CEB3A607}" dt="2026-10-29T18:14:58.715" v="23" actId="34807"/>
          <ac:spMkLst>
            <pc:docMk/>
            <pc:sldMk cId="2790683141" sldId="3161"/>
            <ac:spMk id="7416" creationId="{1F14EB59-73BC-EDBE-3DF4-58A9922D50B1}"/>
          </ac:spMkLst>
        </pc:spChg>
        <pc:spChg chg="add mod">
          <ac:chgData name="" userId="" providerId="" clId="Web-{FC1B1186-34AD-40DB-8A34-4AF6CEB3A607}" dt="2026-10-29T18:14:58.715" v="23" actId="34807"/>
          <ac:spMkLst>
            <pc:docMk/>
            <pc:sldMk cId="2790683141" sldId="3161"/>
            <ac:spMk id="7450" creationId="{1F438212-396B-29A6-5C92-2847C7C9ABBD}"/>
          </ac:spMkLst>
        </pc:spChg>
        <pc:spChg chg="add mod">
          <ac:chgData name="" userId="" providerId="" clId="Web-{FC1B1186-34AD-40DB-8A34-4AF6CEB3A607}" dt="2026-10-29T18:14:58.715" v="23" actId="34807"/>
          <ac:spMkLst>
            <pc:docMk/>
            <pc:sldMk cId="2790683141" sldId="3161"/>
            <ac:spMk id="7485" creationId="{1EE9A8F4-2FFE-B065-5A12-CD7359B1615B}"/>
          </ac:spMkLst>
        </pc:spChg>
        <pc:spChg chg="add mod">
          <ac:chgData name="" userId="" providerId="" clId="Web-{FC1B1186-34AD-40DB-8A34-4AF6CEB3A607}" dt="2026-10-29T18:13:42.416" v="18" actId="34807"/>
          <ac:spMkLst>
            <pc:docMk/>
            <pc:sldMk cId="2790683141" sldId="3161"/>
            <ac:spMk id="7758" creationId="{21EE4DB1-FBE5-490C-7398-25C31025A4DD}"/>
          </ac:spMkLst>
        </pc:spChg>
        <pc:spChg chg="add mod">
          <ac:chgData name="" userId="" providerId="" clId="Web-{FC1B1186-34AD-40DB-8A34-4AF6CEB3A607}" dt="2026-10-29T18:13:42.416" v="18" actId="34807"/>
          <ac:spMkLst>
            <pc:docMk/>
            <pc:sldMk cId="2790683141" sldId="3161"/>
            <ac:spMk id="7845" creationId="{96798894-DACB-83AE-E126-72D849D6B3B1}"/>
          </ac:spMkLst>
        </pc:spChg>
        <pc:spChg chg="add mod">
          <ac:chgData name="" userId="" providerId="" clId="Web-{FC1B1186-34AD-40DB-8A34-4AF6CEB3A607}" dt="2026-10-29T18:13:42.416" v="18" actId="34807"/>
          <ac:spMkLst>
            <pc:docMk/>
            <pc:sldMk cId="2790683141" sldId="3161"/>
            <ac:spMk id="7890" creationId="{9FC64F3C-9E8C-5261-3BF8-C1EF20A061CC}"/>
          </ac:spMkLst>
        </pc:spChg>
        <pc:spChg chg="add mod">
          <ac:chgData name="" userId="" providerId="" clId="Web-{FC1B1186-34AD-40DB-8A34-4AF6CEB3A607}" dt="2026-10-29T18:13:42.416" v="18" actId="34807"/>
          <ac:spMkLst>
            <pc:docMk/>
            <pc:sldMk cId="2790683141" sldId="3161"/>
            <ac:spMk id="7936" creationId="{CA34C534-5ECC-82E4-0634-27AF8E9CB170}"/>
          </ac:spMkLst>
        </pc:spChg>
      </pc:sldChg>
      <pc:sldChg chg="addSp delSp modSp add mod setBg modNotesTx">
        <pc:chgData name="" userId="" providerId="" clId="Web-{FC1B1186-34AD-40DB-8A34-4AF6CEB3A607}" dt="2026-10-29T18:15:00.153" v="24" actId="34807"/>
        <pc:sldMkLst>
          <pc:docMk/>
          <pc:sldMk cId="600479292" sldId="3376"/>
        </pc:sldMkLst>
        <pc:spChg chg="mod">
          <ac:chgData name="" userId="" providerId="" clId="Web-{FC1B1186-34AD-40DB-8A34-4AF6CEB3A607}" dt="2026-10-29T18:11:02.769" v="17" actId="34807"/>
          <ac:spMkLst>
            <pc:docMk/>
            <pc:sldMk cId="600479292" sldId="3376"/>
            <ac:spMk id="5129" creationId="{721351D3-2A9D-A6B6-98F2-25BA1A0796CE}"/>
          </ac:spMkLst>
        </pc:spChg>
        <pc:spChg chg="add mod">
          <ac:chgData name="" userId="" providerId="" clId="Web-{FC1B1186-34AD-40DB-8A34-4AF6CEB3A607}" dt="2026-10-29T18:10:59.707" v="15" actId="34807"/>
          <ac:spMkLst>
            <pc:docMk/>
            <pc:sldMk cId="600479292" sldId="3376"/>
            <ac:spMk id="5166" creationId="{09971C47-D9D4-193B-EA0E-75EF36C088CE}"/>
          </ac:spMkLst>
        </pc:spChg>
        <pc:spChg chg="add mod">
          <ac:chgData name="" userId="" providerId="" clId="Web-{FC1B1186-34AD-40DB-8A34-4AF6CEB3A607}" dt="2026-10-29T18:10:59.707" v="15" actId="34807"/>
          <ac:spMkLst>
            <pc:docMk/>
            <pc:sldMk cId="600479292" sldId="3376"/>
            <ac:spMk id="5204" creationId="{15432B9A-05E8-BF6B-9E46-9D700BF994B6}"/>
          </ac:spMkLst>
        </pc:spChg>
        <pc:spChg chg="add mod">
          <ac:chgData name="" userId="" providerId="" clId="Web-{FC1B1186-34AD-40DB-8A34-4AF6CEB3A607}" dt="2026-10-29T18:10:59.707" v="15" actId="34807"/>
          <ac:spMkLst>
            <pc:docMk/>
            <pc:sldMk cId="600479292" sldId="3376"/>
            <ac:spMk id="5243" creationId="{C1E5B3A8-D4C9-E069-F2CF-EBF40D622055}"/>
          </ac:spMkLst>
        </pc:spChg>
        <pc:spChg chg="mod">
          <ac:chgData name="" userId="" providerId="" clId="Web-{FC1B1186-34AD-40DB-8A34-4AF6CEB3A607}" dt="2026-10-29T18:14:58.715" v="23" actId="34807"/>
          <ac:spMkLst>
            <pc:docMk/>
            <pc:sldMk cId="600479292" sldId="3376"/>
            <ac:spMk id="5324" creationId="{500CB237-932E-8AD7-2E40-342F0C25492B}"/>
          </ac:spMkLst>
        </pc:spChg>
        <pc:spChg chg="add mod">
          <ac:chgData name="" userId="" providerId="" clId="Web-{FC1B1186-34AD-40DB-8A34-4AF6CEB3A607}" dt="2026-10-29T18:10:59.707" v="15" actId="34807"/>
          <ac:spMkLst>
            <pc:docMk/>
            <pc:sldMk cId="600479292" sldId="3376"/>
            <ac:spMk id="5366" creationId="{BC9B3186-CE3C-1677-C544-75A67E0F466B}"/>
          </ac:spMkLst>
        </pc:spChg>
        <pc:spChg chg="add del mod">
          <ac:chgData name="" userId="" providerId="" clId="Web-{FC1B1186-34AD-40DB-8A34-4AF6CEB3A607}" dt="2026-10-29T18:14:58.715" v="23" actId="34807"/>
          <ac:spMkLst>
            <pc:docMk/>
            <pc:sldMk cId="600479292" sldId="3376"/>
            <ac:spMk id="5409" creationId="{03EF11A5-7027-0BBF-E656-5D038B9C5B9A}"/>
          </ac:spMkLst>
        </pc:spChg>
        <pc:spChg chg="add mod">
          <ac:chgData name="" userId="" providerId="" clId="Web-{FC1B1186-34AD-40DB-8A34-4AF6CEB3A607}" dt="2026-10-29T18:10:59.707" v="15" actId="34807"/>
          <ac:spMkLst>
            <pc:docMk/>
            <pc:sldMk cId="600479292" sldId="3376"/>
            <ac:spMk id="5498" creationId="{6F958DA6-20A1-FAAC-3F7B-9BDDDA35E419}"/>
          </ac:spMkLst>
        </pc:spChg>
        <pc:spChg chg="mod">
          <ac:chgData name="" userId="" providerId="" clId="Web-{FC1B1186-34AD-40DB-8A34-4AF6CEB3A607}" dt="2026-10-29T18:14:58.715" v="23" actId="34807"/>
          <ac:spMkLst>
            <pc:docMk/>
            <pc:sldMk cId="600479292" sldId="3376"/>
            <ac:spMk id="5544" creationId="{EF0F6333-0735-5876-9939-59F2853097FA}"/>
          </ac:spMkLst>
        </pc:spChg>
        <pc:spChg chg="add mod">
          <ac:chgData name="" userId="" providerId="" clId="Web-{FC1B1186-34AD-40DB-8A34-4AF6CEB3A607}" dt="2026-10-29T18:10:59.707" v="15" actId="34807"/>
          <ac:spMkLst>
            <pc:docMk/>
            <pc:sldMk cId="600479292" sldId="3376"/>
            <ac:spMk id="5591" creationId="{164F0FFF-5A3F-B8CA-3E7F-4804B3E7D079}"/>
          </ac:spMkLst>
        </pc:spChg>
        <pc:spChg chg="del mod">
          <ac:chgData name="" userId="" providerId="" clId="Web-{FC1B1186-34AD-40DB-8A34-4AF6CEB3A607}" dt="2026-10-29T18:14:58.715" v="23" actId="34807"/>
          <ac:spMkLst>
            <pc:docMk/>
            <pc:sldMk cId="600479292" sldId="3376"/>
            <ac:spMk id="5639" creationId="{75B972C8-7748-91C7-70B4-77542E7546C3}"/>
          </ac:spMkLst>
        </pc:spChg>
        <pc:spChg chg="add mod">
          <ac:chgData name="" userId="" providerId="" clId="Web-{FC1B1186-34AD-40DB-8A34-4AF6CEB3A607}" dt="2026-10-29T18:10:59.707" v="15" actId="34807"/>
          <ac:spMkLst>
            <pc:docMk/>
            <pc:sldMk cId="600479292" sldId="3376"/>
            <ac:spMk id="5738" creationId="{64272F3A-FE66-7E81-742A-B37339692EFC}"/>
          </ac:spMkLst>
        </pc:spChg>
        <pc:spChg chg="mod">
          <ac:chgData name="" userId="" providerId="" clId="Web-{FC1B1186-34AD-40DB-8A34-4AF6CEB3A607}" dt="2026-10-29T18:14:58.715" v="23" actId="34807"/>
          <ac:spMkLst>
            <pc:docMk/>
            <pc:sldMk cId="600479292" sldId="3376"/>
            <ac:spMk id="5789" creationId="{C94FF911-CAD9-8879-458D-EB35CBC2C939}"/>
          </ac:spMkLst>
        </pc:spChg>
        <pc:spChg chg="add mod">
          <ac:chgData name="" userId="" providerId="" clId="Web-{FC1B1186-34AD-40DB-8A34-4AF6CEB3A607}" dt="2026-10-29T18:10:59.707" v="15" actId="34807"/>
          <ac:spMkLst>
            <pc:docMk/>
            <pc:sldMk cId="600479292" sldId="3376"/>
            <ac:spMk id="5841" creationId="{D6B0FE28-001B-AA33-C8C3-B522999DB14F}"/>
          </ac:spMkLst>
        </pc:spChg>
        <pc:spChg chg="del mod">
          <ac:chgData name="" userId="" providerId="" clId="Web-{FC1B1186-34AD-40DB-8A34-4AF6CEB3A607}" dt="2026-10-29T18:14:58.715" v="23" actId="34807"/>
          <ac:spMkLst>
            <pc:docMk/>
            <pc:sldMk cId="600479292" sldId="3376"/>
            <ac:spMk id="5894" creationId="{168849A1-1FCE-9301-06D1-9342769C67A1}"/>
          </ac:spMkLst>
        </pc:spChg>
        <pc:spChg chg="add mod">
          <ac:chgData name="" userId="" providerId="" clId="Web-{FC1B1186-34AD-40DB-8A34-4AF6CEB3A607}" dt="2026-10-29T18:10:59.707" v="15" actId="34807"/>
          <ac:spMkLst>
            <pc:docMk/>
            <pc:sldMk cId="600479292" sldId="3376"/>
            <ac:spMk id="5948" creationId="{5457D191-FFB7-3C8E-BFF0-58DF6F694B24}"/>
          </ac:spMkLst>
        </pc:spChg>
        <pc:spChg chg="add mod">
          <ac:chgData name="" userId="" providerId="" clId="Web-{FC1B1186-34AD-40DB-8A34-4AF6CEB3A607}" dt="2026-10-29T18:15:00.153" v="24" actId="34807"/>
          <ac:spMkLst>
            <pc:docMk/>
            <pc:sldMk cId="600479292" sldId="3376"/>
            <ac:spMk id="8081" creationId="{17AB892E-E246-77A8-EDD2-B062D910AD6E}"/>
          </ac:spMkLst>
        </pc:spChg>
        <pc:spChg chg="add mod">
          <ac:chgData name="" userId="" providerId="" clId="Web-{FC1B1186-34AD-40DB-8A34-4AF6CEB3A607}" dt="2026-10-29T18:14:57.746" v="22" actId="34807"/>
          <ac:spMkLst>
            <pc:docMk/>
            <pc:sldMk cId="600479292" sldId="3376"/>
            <ac:spMk id="8083" creationId="{B884ED7D-949E-636A-9002-7A0E80E9531E}"/>
          </ac:spMkLst>
        </pc:spChg>
        <pc:spChg chg="add mod">
          <ac:chgData name="" userId="" providerId="" clId="Web-{FC1B1186-34AD-40DB-8A34-4AF6CEB3A607}" dt="2026-10-29T18:14:57.746" v="22" actId="34807"/>
          <ac:spMkLst>
            <pc:docMk/>
            <pc:sldMk cId="600479292" sldId="3376"/>
            <ac:spMk id="8090" creationId="{13419529-4EB4-6F28-E941-A3837892FF04}"/>
          </ac:spMkLst>
        </pc:spChg>
        <pc:spChg chg="add mod">
          <ac:chgData name="" userId="" providerId="" clId="Web-{FC1B1186-34AD-40DB-8A34-4AF6CEB3A607}" dt="2026-10-29T18:14:57.746" v="22" actId="34807"/>
          <ac:spMkLst>
            <pc:docMk/>
            <pc:sldMk cId="600479292" sldId="3376"/>
            <ac:spMk id="8095" creationId="{F51812DC-76F1-F928-2083-4ADBF4327B40}"/>
          </ac:spMkLst>
        </pc:spChg>
        <pc:spChg chg="mod">
          <ac:chgData name="" userId="" providerId="" clId="Web-{FC1B1186-34AD-40DB-8A34-4AF6CEB3A607}" dt="2026-10-29T18:15:00.153" v="24" actId="34807"/>
          <ac:spMkLst>
            <pc:docMk/>
            <pc:sldMk cId="600479292" sldId="3376"/>
            <ac:spMk id="8108" creationId="{DB8124C4-790D-DCD0-D73A-B17D8C60E5E9}"/>
          </ac:spMkLst>
        </pc:spChg>
        <pc:spChg chg="mod">
          <ac:chgData name="" userId="" providerId="" clId="Web-{FC1B1186-34AD-40DB-8A34-4AF6CEB3A607}" dt="2026-10-29T18:15:00.153" v="24" actId="34807"/>
          <ac:spMkLst>
            <pc:docMk/>
            <pc:sldMk cId="600479292" sldId="3376"/>
            <ac:spMk id="8125" creationId="{A5052CA2-C6A3-931B-D7C0-E595AB0927F4}"/>
          </ac:spMkLst>
        </pc:spChg>
        <pc:spChg chg="add mod">
          <ac:chgData name="" userId="" providerId="" clId="Web-{FC1B1186-34AD-40DB-8A34-4AF6CEB3A607}" dt="2026-10-29T18:14:57.746" v="22" actId="34807"/>
          <ac:spMkLst>
            <pc:docMk/>
            <pc:sldMk cId="600479292" sldId="3376"/>
            <ac:spMk id="8135" creationId="{6369C5FF-1C2B-05B1-F239-18BF9EBA446E}"/>
          </ac:spMkLst>
        </pc:spChg>
        <pc:spChg chg="add mod">
          <ac:chgData name="" userId="" providerId="" clId="Web-{FC1B1186-34AD-40DB-8A34-4AF6CEB3A607}" dt="2026-10-29T18:15:00.153" v="24" actId="34807"/>
          <ac:spMkLst>
            <pc:docMk/>
            <pc:sldMk cId="600479292" sldId="3376"/>
            <ac:spMk id="8146" creationId="{BA5F945E-CD7B-9810-6581-D46C5A2F616C}"/>
          </ac:spMkLst>
        </pc:spChg>
        <pc:spChg chg="add mod">
          <ac:chgData name="" userId="" providerId="" clId="Web-{FC1B1186-34AD-40DB-8A34-4AF6CEB3A607}" dt="2026-10-29T18:14:57.746" v="22" actId="34807"/>
          <ac:spMkLst>
            <pc:docMk/>
            <pc:sldMk cId="600479292" sldId="3376"/>
            <ac:spMk id="8158" creationId="{69014DA4-9263-8663-143F-58D9B625C686}"/>
          </ac:spMkLst>
        </pc:spChg>
        <pc:spChg chg="add mod">
          <ac:chgData name="" userId="" providerId="" clId="Web-{FC1B1186-34AD-40DB-8A34-4AF6CEB3A607}" dt="2026-10-29T18:14:57.746" v="22" actId="34807"/>
          <ac:spMkLst>
            <pc:docMk/>
            <pc:sldMk cId="600479292" sldId="3376"/>
            <ac:spMk id="8171" creationId="{6738FC67-CB83-F4A5-F44B-F2B6B76FF65B}"/>
          </ac:spMkLst>
        </pc:spChg>
        <pc:spChg chg="add mod">
          <ac:chgData name="" userId="" providerId="" clId="Web-{FC1B1186-34AD-40DB-8A34-4AF6CEB3A607}" dt="2026-10-29T18:14:57.746" v="22" actId="34807"/>
          <ac:spMkLst>
            <pc:docMk/>
            <pc:sldMk cId="600479292" sldId="3376"/>
            <ac:spMk id="8185" creationId="{AB6613DC-0282-8760-D985-5ED4E9EE8A07}"/>
          </ac:spMkLst>
        </pc:spChg>
        <pc:spChg chg="add mod">
          <ac:chgData name="" userId="" providerId="" clId="Web-{FC1B1186-34AD-40DB-8A34-4AF6CEB3A607}" dt="2026-10-29T18:14:57.746" v="22" actId="34807"/>
          <ac:spMkLst>
            <pc:docMk/>
            <pc:sldMk cId="600479292" sldId="3376"/>
            <ac:spMk id="8216" creationId="{BAB9FE6D-49C8-2CD1-099A-D7AB88633481}"/>
          </ac:spMkLst>
        </pc:spChg>
        <pc:spChg chg="mod">
          <ac:chgData name="" userId="" providerId="" clId="Web-{FC1B1186-34AD-40DB-8A34-4AF6CEB3A607}" dt="2026-10-29T18:15:00.153" v="24" actId="34807"/>
          <ac:spMkLst>
            <pc:docMk/>
            <pc:sldMk cId="600479292" sldId="3376"/>
            <ac:spMk id="8233" creationId="{F08F0B27-28FD-DBC5-54E2-6A1BE4D1020A}"/>
          </ac:spMkLst>
        </pc:spChg>
      </pc:sldChg>
      <pc:sldChg chg="addSp modSp add mod setBg modNotesTx">
        <pc:chgData name="" userId="" providerId="" clId="Web-{FC1B1186-34AD-40DB-8A34-4AF6CEB3A607}" dt="2026-10-29T18:11:02.769" v="17" actId="34807"/>
        <pc:sldMkLst>
          <pc:docMk/>
          <pc:sldMk cId="1804611768" sldId="3592"/>
        </pc:sldMkLst>
        <pc:spChg chg="add mod">
          <ac:chgData name="" userId="" providerId="" clId="Web-{FC1B1186-34AD-40DB-8A34-4AF6CEB3A607}" dt="2026-10-29T18:10:59.707" v="15" actId="34807"/>
          <ac:spMkLst>
            <pc:docMk/>
            <pc:sldMk cId="1804611768" sldId="3592"/>
            <ac:spMk id="6003" creationId="{795B391B-A9DB-AFEF-D0A8-DB5480652C14}"/>
          </ac:spMkLst>
        </pc:spChg>
        <pc:spChg chg="add mod">
          <ac:chgData name="" userId="" providerId="" clId="Web-{FC1B1186-34AD-40DB-8A34-4AF6CEB3A607}" dt="2026-10-29T18:11:02.769" v="17" actId="34807"/>
          <ac:spMkLst>
            <pc:docMk/>
            <pc:sldMk cId="1804611768" sldId="3592"/>
            <ac:spMk id="6059" creationId="{C1C23A8F-03A7-4CA0-6178-57291068FD9D}"/>
          </ac:spMkLst>
        </pc:spChg>
        <pc:spChg chg="add mod">
          <ac:chgData name="" userId="" providerId="" clId="Web-{FC1B1186-34AD-40DB-8A34-4AF6CEB3A607}" dt="2026-10-29T18:10:59.707" v="15" actId="34807"/>
          <ac:spMkLst>
            <pc:docMk/>
            <pc:sldMk cId="1804611768" sldId="3592"/>
            <ac:spMk id="6233" creationId="{17D1B355-812F-9AEF-68B4-41F7B4164814}"/>
          </ac:spMkLst>
        </pc:spChg>
        <pc:spChg chg="add mod">
          <ac:chgData name="" userId="" providerId="" clId="Web-{FC1B1186-34AD-40DB-8A34-4AF6CEB3A607}" dt="2026-10-29T18:10:59.707" v="15" actId="34807"/>
          <ac:spMkLst>
            <pc:docMk/>
            <pc:sldMk cId="1804611768" sldId="3592"/>
            <ac:spMk id="6293" creationId="{B621BAC2-CA26-9424-64C3-388D736979F4}"/>
          </ac:spMkLst>
        </pc:spChg>
        <pc:spChg chg="add mod">
          <ac:chgData name="" userId="" providerId="" clId="Web-{FC1B1186-34AD-40DB-8A34-4AF6CEB3A607}" dt="2026-10-29T18:10:59.707" v="15" actId="34807"/>
          <ac:spMkLst>
            <pc:docMk/>
            <pc:sldMk cId="1804611768" sldId="3592"/>
            <ac:spMk id="6479" creationId="{9C2D86B8-867C-0BF4-9073-3F71C1E4CF7C}"/>
          </ac:spMkLst>
        </pc:spChg>
        <pc:spChg chg="add mod">
          <ac:chgData name="" userId="" providerId="" clId="Web-{FC1B1186-34AD-40DB-8A34-4AF6CEB3A607}" dt="2026-10-29T18:10:59.707" v="15" actId="34807"/>
          <ac:spMkLst>
            <pc:docMk/>
            <pc:sldMk cId="1804611768" sldId="3592"/>
            <ac:spMk id="6543" creationId="{7440C968-EAFC-DAB0-5BF9-7EC1B4DA1C42}"/>
          </ac:spMkLst>
        </pc:spChg>
        <pc:spChg chg="add mod">
          <ac:chgData name="" userId="" providerId="" clId="Web-{FC1B1186-34AD-40DB-8A34-4AF6CEB3A607}" dt="2026-10-29T18:10:59.707" v="15" actId="34807"/>
          <ac:spMkLst>
            <pc:docMk/>
            <pc:sldMk cId="1804611768" sldId="3592"/>
            <ac:spMk id="6674" creationId="{F52E9010-2B59-AAC0-CCED-4DA9B8536C55}"/>
          </ac:spMkLst>
        </pc:spChg>
        <pc:spChg chg="add mod">
          <ac:chgData name="" userId="" providerId="" clId="Web-{FC1B1186-34AD-40DB-8A34-4AF6CEB3A607}" dt="2026-10-29T18:10:59.707" v="15" actId="34807"/>
          <ac:spMkLst>
            <pc:docMk/>
            <pc:sldMk cId="1804611768" sldId="3592"/>
            <ac:spMk id="6741" creationId="{FFA94D0D-29FE-D582-7936-F45CCF8A3E60}"/>
          </ac:spMkLst>
        </pc:spChg>
        <pc:spChg chg="add mod">
          <ac:chgData name="" userId="" providerId="" clId="Web-{FC1B1186-34AD-40DB-8A34-4AF6CEB3A607}" dt="2026-10-29T18:10:59.707" v="15" actId="34807"/>
          <ac:spMkLst>
            <pc:docMk/>
            <pc:sldMk cId="1804611768" sldId="3592"/>
            <ac:spMk id="6809" creationId="{A519FBCA-FCC2-94EC-43D6-2B2407108E05}"/>
          </ac:spMkLst>
        </pc:spChg>
        <pc:spChg chg="add mod">
          <ac:chgData name="" userId="" providerId="" clId="Web-{FC1B1186-34AD-40DB-8A34-4AF6CEB3A607}" dt="2026-10-29T18:10:59.707" v="15" actId="34807"/>
          <ac:spMkLst>
            <pc:docMk/>
            <pc:sldMk cId="1804611768" sldId="3592"/>
            <ac:spMk id="6878" creationId="{018F03E1-8AAF-E2D9-94AB-86A949D0BF8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FDE55C-204C-4262-A7FC-BCF188F34CA4}" type="datetimeFigureOut">
              <a:t>10/29/2026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D5D086-4ACF-4F9E-B93E-8E67FA275E93}" type="slidenum">
              <a:t>‹#›</a:t>
            </a:fld>
            <a:endParaRPr lang="en-US"/>
          </a:p>
        </p:txBody>
      </p:sp>
    </p:spTree>
    <p:extLst>
      <p:ext uri="{BB962C8B-B14F-4D97-AF65-F5344CB8AC3E}">
        <p14:creationId xmlns:p14="http://schemas.microsoft.com/office/powerpoint/2010/main" val="1580758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 you for the time today. Over the next few minutes I want to show how Azure API Management, used as an AI gateway, can become the single control plane for every generative AI workload at Inbursa. The picture behind me is the architecture we will walk through: your channels on the left, the gateway in the middle, and the approved Microsoft Foundry models on the right. Everything you will see is a fictional scenario with illustrative values, designed to make the capabilities concrete for a bank. My goal is that you leave with a clear view of what the gateway does, what it does not do, and a practical path to a pilot.</a:t>
            </a:r>
          </a:p>
        </p:txBody>
      </p:sp>
      <p:sp>
        <p:nvSpPr>
          <p:cNvPr id="4" name="Slide Number Placeholder 3"/>
          <p:cNvSpPr>
            <a:spLocks noGrp="1"/>
          </p:cNvSpPr>
          <p:nvPr>
            <p:ph type="sldNum" sz="quarter" idx="5"/>
          </p:nvPr>
        </p:nvSpPr>
        <p:spPr/>
        <p:txBody>
          <a:bodyPr/>
          <a:lstStyle/>
          <a:p>
            <a:fld id="{F7D5D086-4ACF-4F9E-B93E-8E67FA275E93}" type="slidenum">
              <a:t>1</a:t>
            </a:fld>
            <a:endParaRPr lang="en-US"/>
          </a:p>
        </p:txBody>
      </p:sp>
    </p:spTree>
    <p:extLst>
      <p:ext uri="{BB962C8B-B14F-4D97-AF65-F5344CB8AC3E}">
        <p14:creationId xmlns:p14="http://schemas.microsoft.com/office/powerpoint/2010/main" val="1930007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pattern we see in most banks as generative AI moves from experiments to production. Web banking, mobile, internal applications and employee tools each start calling models directly, and each team copies its own API keys. Guardrails end up uneven, because every team decides on its own how much safety checking to do. Capacity becomes a shared-resource problem: one busy application can consume the PTU or quota everyone else depends on. And when finance, risk or audit ask who used what, and what was sent, the answers are scattered or missing.</a:t>
            </a:r>
          </a:p>
        </p:txBody>
      </p:sp>
      <p:sp>
        <p:nvSpPr>
          <p:cNvPr id="4" name="Slide Number Placeholder 3"/>
          <p:cNvSpPr>
            <a:spLocks noGrp="1"/>
          </p:cNvSpPr>
          <p:nvPr>
            <p:ph type="sldNum" sz="quarter" idx="5"/>
          </p:nvPr>
        </p:nvSpPr>
        <p:spPr/>
        <p:txBody>
          <a:bodyPr/>
          <a:lstStyle/>
          <a:p>
            <a:fld id="{F7D5D086-4ACF-4F9E-B93E-8E67FA275E93}" type="slidenum">
              <a:t>2</a:t>
            </a:fld>
            <a:endParaRPr lang="en-US"/>
          </a:p>
        </p:txBody>
      </p:sp>
    </p:spTree>
    <p:extLst>
      <p:ext uri="{BB962C8B-B14F-4D97-AF65-F5344CB8AC3E}">
        <p14:creationId xmlns:p14="http://schemas.microsoft.com/office/powerpoint/2010/main" val="16988331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 AI gateway is simply one governed front door that sits between every AI consumer and every approved model, agent or tool. In Azure, that role is played by Azure API Management with its AI gateway capabilities. It does four jobs: it secures access, it scales and protects shared capacity, it monitors usage, and it applies one consistent set of governance policies across every channel. It works with Azure OpenAI and Microsoft Foundry models, with other OpenAI-compatible, Anthropic and Vertex-style APIs, and it can also front MCP tools and A2A agents as your agent landscape grows. The diagram on the right is the reference architecture that every animation in this deck uses.</a:t>
            </a:r>
          </a:p>
        </p:txBody>
      </p:sp>
      <p:sp>
        <p:nvSpPr>
          <p:cNvPr id="4" name="Slide Number Placeholder 3"/>
          <p:cNvSpPr>
            <a:spLocks noGrp="1"/>
          </p:cNvSpPr>
          <p:nvPr>
            <p:ph type="sldNum" sz="quarter" idx="5"/>
          </p:nvPr>
        </p:nvSpPr>
        <p:spPr/>
        <p:txBody>
          <a:bodyPr/>
          <a:lstStyle/>
          <a:p>
            <a:fld id="{F7D5D086-4ACF-4F9E-B93E-8E67FA275E93}" type="slidenum">
              <a:t>3</a:t>
            </a:fld>
            <a:endParaRPr lang="en-US"/>
          </a:p>
        </p:txBody>
      </p:sp>
    </p:spTree>
    <p:extLst>
      <p:ext uri="{BB962C8B-B14F-4D97-AF65-F5344CB8AC3E}">
        <p14:creationId xmlns:p14="http://schemas.microsoft.com/office/powerpoint/2010/main" val="21858289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the whole story on one slide. We group the nine capabilities into three outcomes your teams care about. Security and safety covers who can call a model and what content is allowed to pass, including personal data. Scale and resilience is about fair use of shared capacity, surviving regional issues, and serving repeat questions faster. Visibility and governance gives you one front door, token-level cost transparency and a full audit trail. The numbers match the animations we will look at next, one capability per slide.</a:t>
            </a:r>
          </a:p>
        </p:txBody>
      </p:sp>
      <p:sp>
        <p:nvSpPr>
          <p:cNvPr id="4" name="Slide Number Placeholder 3"/>
          <p:cNvSpPr>
            <a:spLocks noGrp="1"/>
          </p:cNvSpPr>
          <p:nvPr>
            <p:ph type="sldNum" sz="quarter" idx="5"/>
          </p:nvPr>
        </p:nvSpPr>
        <p:spPr/>
        <p:txBody>
          <a:bodyPr/>
          <a:lstStyle/>
          <a:p>
            <a:fld id="{F7D5D086-4ACF-4F9E-B93E-8E67FA275E93}" type="slidenum">
              <a:t>4</a:t>
            </a:fld>
            <a:endParaRPr lang="en-US"/>
          </a:p>
        </p:txBody>
      </p:sp>
    </p:spTree>
    <p:extLst>
      <p:ext uri="{BB962C8B-B14F-4D97-AF65-F5344CB8AC3E}">
        <p14:creationId xmlns:p14="http://schemas.microsoft.com/office/powerpoint/2010/main" val="4141817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first capability is the foundation for everything else. Every Inbursa channel, from web and mobile banking to internal apps and employee tools, reaches the models through one front door. The gateway itself authenticates to Azure OpenAI with a managed identity, so no application needs a model key. Direct calls to the model endpoints are blocked, but I want to be precise here: that block comes from configuring private endpoints and Entra ID-only authentication on the model resources, working together with the gateway. The result is one place where security, cost and audit policies are applied consistently.</a:t>
            </a:r>
          </a:p>
        </p:txBody>
      </p:sp>
      <p:sp>
        <p:nvSpPr>
          <p:cNvPr id="4" name="Slide Number Placeholder 3"/>
          <p:cNvSpPr>
            <a:spLocks noGrp="1"/>
          </p:cNvSpPr>
          <p:nvPr>
            <p:ph type="sldNum" sz="quarter" idx="5"/>
          </p:nvPr>
        </p:nvSpPr>
        <p:spPr/>
        <p:txBody>
          <a:bodyPr/>
          <a:lstStyle/>
          <a:p>
            <a:fld id="{F7D5D086-4ACF-4F9E-B93E-8E67FA275E93}" type="slidenum">
              <a:t>5</a:t>
            </a:fld>
            <a:endParaRPr lang="en-US"/>
          </a:p>
        </p:txBody>
      </p:sp>
    </p:spTree>
    <p:extLst>
      <p:ext uri="{BB962C8B-B14F-4D97-AF65-F5344CB8AC3E}">
        <p14:creationId xmlns:p14="http://schemas.microsoft.com/office/powerpoint/2010/main" val="39773900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Authentication is where the gateway starts every request. Each call must carry a Microsoft Entra ID token, and the gateway checks the issuer, the audience and the role claims before anything else happens. If a token is expired or invalid, the caller gets a 401 and the request never reaches a model. Because the gateway uses managed identity toward the backend, client apps never hold model keys, which removes a whole class of secret-sprawl risk. Your identity team keeps control of who gets which role.</a:t>
            </a:r>
          </a:p>
        </p:txBody>
      </p:sp>
      <p:sp>
        <p:nvSpPr>
          <p:cNvPr id="4" name="Slide Number Placeholder 3"/>
          <p:cNvSpPr>
            <a:spLocks noGrp="1"/>
          </p:cNvSpPr>
          <p:nvPr>
            <p:ph type="sldNum" sz="quarter" idx="5"/>
          </p:nvPr>
        </p:nvSpPr>
        <p:spPr/>
        <p:txBody>
          <a:bodyPr/>
          <a:lstStyle/>
          <a:p>
            <a:fld id="{F7D5D086-4ACF-4F9E-B93E-8E67FA275E93}" type="slidenum">
              <a:t>6</a:t>
            </a:fld>
            <a:endParaRPr lang="en-US"/>
          </a:p>
        </p:txBody>
      </p:sp>
    </p:spTree>
    <p:extLst>
      <p:ext uri="{BB962C8B-B14F-4D97-AF65-F5344CB8AC3E}">
        <p14:creationId xmlns:p14="http://schemas.microsoft.com/office/powerpoint/2010/main" val="13387018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Shared PTU capacity is valuable, and it needs fair-use rules. With the token limit policy, the gateway counts tokens per application or subscription and enforces a tokens-per-minute ceiling, with optional longer-term token quotas. When an app goes over its limit it receives a 429 with a Retry-After header, so well-behaved clients back off cleanly. The important point for Inbursa is isolation: one channel's spike, say a marketing campaign, cannot starve the customer assistant. The numbers in the animation are illustrative only.</a:t>
            </a:r>
          </a:p>
        </p:txBody>
      </p:sp>
      <p:sp>
        <p:nvSpPr>
          <p:cNvPr id="4" name="Slide Number Placeholder 3"/>
          <p:cNvSpPr>
            <a:spLocks noGrp="1"/>
          </p:cNvSpPr>
          <p:nvPr>
            <p:ph type="sldNum" sz="quarter" idx="5"/>
          </p:nvPr>
        </p:nvSpPr>
        <p:spPr/>
        <p:txBody>
          <a:bodyPr/>
          <a:lstStyle/>
          <a:p>
            <a:fld id="{F7D5D086-4ACF-4F9E-B93E-8E67FA275E93}" type="slidenum">
              <a:t>7</a:t>
            </a:fld>
            <a:endParaRPr lang="en-US"/>
          </a:p>
        </p:txBody>
      </p:sp>
    </p:spTree>
    <p:extLst>
      <p:ext uri="{BB962C8B-B14F-4D97-AF65-F5344CB8AC3E}">
        <p14:creationId xmlns:p14="http://schemas.microsoft.com/office/powerpoint/2010/main" val="34209267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Resilience is the next concern for any customer-facing workload. The gateway can group model deployments into a load-balanced backend pool with priorities, for example a PTU deployment in region A as primary and a Standard deployment in region B as secondary. If the primary starts returning 429s or errors, the circuit breaker opens and the retry policy sends traffic to the secondary. Applications do not change at all; they keep calling the same gateway endpoint. When the primary recovers, traffic flows back automatically.</a:t>
            </a:r>
          </a:p>
        </p:txBody>
      </p:sp>
      <p:sp>
        <p:nvSpPr>
          <p:cNvPr id="4" name="Slide Number Placeholder 3"/>
          <p:cNvSpPr>
            <a:spLocks noGrp="1"/>
          </p:cNvSpPr>
          <p:nvPr>
            <p:ph type="sldNum" sz="quarter" idx="5"/>
          </p:nvPr>
        </p:nvSpPr>
        <p:spPr/>
        <p:txBody>
          <a:bodyPr/>
          <a:lstStyle/>
          <a:p>
            <a:fld id="{F7D5D086-4ACF-4F9E-B93E-8E67FA275E93}" type="slidenum">
              <a:t>8</a:t>
            </a:fld>
            <a:endParaRPr lang="en-US"/>
          </a:p>
        </p:txBody>
      </p:sp>
    </p:spTree>
    <p:extLst>
      <p:ext uri="{BB962C8B-B14F-4D97-AF65-F5344CB8AC3E}">
        <p14:creationId xmlns:p14="http://schemas.microsoft.com/office/powerpoint/2010/main" val="28588831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the gateway acts as a content checkpoint. Before a prompt is forwarded, the content safety policy sends it to Azure AI Content Safety, which checks harm categories, runs Prompt Shields to detect jailbreak and prompt-injection attempts, and applies any custom blocklists you define. If something is flagged, the caller gets a 403 and the model never sees the request. This complements, rather than replaces, the content filters on the model deployment and the controls inside each application. Thresholds are a design decision we would set together with your risk team.</a:t>
            </a:r>
          </a:p>
        </p:txBody>
      </p:sp>
      <p:sp>
        <p:nvSpPr>
          <p:cNvPr id="4" name="Slide Number Placeholder 3"/>
          <p:cNvSpPr>
            <a:spLocks noGrp="1"/>
          </p:cNvSpPr>
          <p:nvPr>
            <p:ph type="sldNum" sz="quarter" idx="5"/>
          </p:nvPr>
        </p:nvSpPr>
        <p:spPr/>
        <p:txBody>
          <a:bodyPr/>
          <a:lstStyle/>
          <a:p>
            <a:fld id="{F7D5D086-4ACF-4F9E-B93E-8E67FA275E93}" type="slidenum">
              <a:t>9</a:t>
            </a:fld>
            <a:endParaRPr lang="en-US"/>
          </a:p>
        </p:txBody>
      </p:sp>
    </p:spTree>
    <p:extLst>
      <p:ext uri="{BB962C8B-B14F-4D97-AF65-F5344CB8AC3E}">
        <p14:creationId xmlns:p14="http://schemas.microsoft.com/office/powerpoint/2010/main" val="5392603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a bank, personal data is the most sensitive part of any prompt. This capability is a custom policy pattern, not a built-in feature: the gateway sends the prompt to Azure AI Language PII detection, then rewrites the body so entities like names and phone numbers become placeholders such as PERSON or PHONE. The model only sees the masked text, and the logs keep the redacted version too. I want to be clear that this complements your DLP, data classification and application-level controls; it does not replace them. We would validate entity types and accuracy during the pilot.</a:t>
            </a:r>
          </a:p>
        </p:txBody>
      </p:sp>
      <p:sp>
        <p:nvSpPr>
          <p:cNvPr id="4" name="Slide Number Placeholder 3"/>
          <p:cNvSpPr>
            <a:spLocks noGrp="1"/>
          </p:cNvSpPr>
          <p:nvPr>
            <p:ph type="sldNum" sz="quarter" idx="5"/>
          </p:nvPr>
        </p:nvSpPr>
        <p:spPr/>
        <p:txBody>
          <a:bodyPr/>
          <a:lstStyle/>
          <a:p>
            <a:fld id="{F7D5D086-4ACF-4F9E-B93E-8E67FA275E93}" type="slidenum">
              <a:t>10</a:t>
            </a:fld>
            <a:endParaRPr lang="en-US"/>
          </a:p>
        </p:txBody>
      </p:sp>
    </p:spTree>
    <p:extLst>
      <p:ext uri="{BB962C8B-B14F-4D97-AF65-F5344CB8AC3E}">
        <p14:creationId xmlns:p14="http://schemas.microsoft.com/office/powerpoint/2010/main" val="12756801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Many banking questions repeat, such as card limits, branch hours or how to reset a password. With semantic caching, the gateway embeds each prompt and looks for a sufficiently similar prompt in Azure Managed Redis. On a hit it returns the stored answer immediately, in the illustration about 0.3 seconds instead of 2.4, and no completion tokens are consumed. The key design caveat is scope: cache keys must be partitioned so that personalised answers are never shared between customers. This works best for general FAQ-style content.</a:t>
            </a:r>
          </a:p>
        </p:txBody>
      </p:sp>
      <p:sp>
        <p:nvSpPr>
          <p:cNvPr id="4" name="Slide Number Placeholder 3"/>
          <p:cNvSpPr>
            <a:spLocks noGrp="1"/>
          </p:cNvSpPr>
          <p:nvPr>
            <p:ph type="sldNum" sz="quarter" idx="5"/>
          </p:nvPr>
        </p:nvSpPr>
        <p:spPr/>
        <p:txBody>
          <a:bodyPr/>
          <a:lstStyle/>
          <a:p>
            <a:fld id="{F7D5D086-4ACF-4F9E-B93E-8E67FA275E93}" type="slidenum">
              <a:t>11</a:t>
            </a:fld>
            <a:endParaRPr lang="en-US"/>
          </a:p>
        </p:txBody>
      </p:sp>
    </p:spTree>
    <p:extLst>
      <p:ext uri="{BB962C8B-B14F-4D97-AF65-F5344CB8AC3E}">
        <p14:creationId xmlns:p14="http://schemas.microsoft.com/office/powerpoint/2010/main" val="37773519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Once all traffic flows through one gateway, measuring cost becomes straightforward. The emit token metric policy sends prompt, completion and total token counts to Application Insights, tagged with dimensions such as channel, application, API and subscription. From there you can build workbooks, set budgets, and trigger Azure Monitor alerts, for example when a team reaches 80 percent of its monthly allocation. That gives finance and the platform team a basis for chargeback or showback by business line. The values in the animation are illustrative.</a:t>
            </a:r>
          </a:p>
        </p:txBody>
      </p:sp>
      <p:sp>
        <p:nvSpPr>
          <p:cNvPr id="4" name="Slide Number Placeholder 3"/>
          <p:cNvSpPr>
            <a:spLocks noGrp="1"/>
          </p:cNvSpPr>
          <p:nvPr>
            <p:ph type="sldNum" sz="quarter" idx="5"/>
          </p:nvPr>
        </p:nvSpPr>
        <p:spPr/>
        <p:txBody>
          <a:bodyPr/>
          <a:lstStyle/>
          <a:p>
            <a:fld id="{F7D5D086-4ACF-4F9E-B93E-8E67FA275E93}" type="slidenum">
              <a:t>12</a:t>
            </a:fld>
            <a:endParaRPr lang="en-US"/>
          </a:p>
        </p:txBody>
      </p:sp>
    </p:spTree>
    <p:extLst>
      <p:ext uri="{BB962C8B-B14F-4D97-AF65-F5344CB8AC3E}">
        <p14:creationId xmlns:p14="http://schemas.microsoft.com/office/powerpoint/2010/main" val="24203266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final capability is observability and audit. Through diagnostic settings, the gateway sends request logs, latency, errors and policy outcomes to Application Insights and Log Analytics, and it can optionally log prompts and completions for LLM APIs. Operations teams get alerting on errors and latency through Azure Monitor alert rules. Risk and audit teams get a traceable record for each interaction: who called, which model, which policies applied and what the outcome was. Whether to store prompt content, and for how long, is a decision to align with your retention and privacy policies.</a:t>
            </a:r>
          </a:p>
        </p:txBody>
      </p:sp>
      <p:sp>
        <p:nvSpPr>
          <p:cNvPr id="4" name="Slide Number Placeholder 3"/>
          <p:cNvSpPr>
            <a:spLocks noGrp="1"/>
          </p:cNvSpPr>
          <p:nvPr>
            <p:ph type="sldNum" sz="quarter" idx="5"/>
          </p:nvPr>
        </p:nvSpPr>
        <p:spPr/>
        <p:txBody>
          <a:bodyPr/>
          <a:lstStyle/>
          <a:p>
            <a:fld id="{F7D5D086-4ACF-4F9E-B93E-8E67FA275E93}" type="slidenum">
              <a:t>13</a:t>
            </a:fld>
            <a:endParaRPr lang="en-US"/>
          </a:p>
        </p:txBody>
      </p:sp>
    </p:spTree>
    <p:extLst>
      <p:ext uri="{BB962C8B-B14F-4D97-AF65-F5344CB8AC3E}">
        <p14:creationId xmlns:p14="http://schemas.microsoft.com/office/powerpoint/2010/main" val="16092910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shows how the capabilities fit together as one pipeline on each request. On the way in, the gateway first validates the token, then checks content safety, masks personal data with the custom pattern, enforces the token limit, looks for a cached answer, and only then routes to the right model backend. On the way back, it stores the response in the cache when appropriate, emits token metrics and writes logs. The order matters: for example, we reject bad tokens and unsafe prompts before spending any tokens. The table maps each capability to the specific policy or feature and the Azure service behind it; centralized access through managed identity and private endpoints underpins all of them. This is a reference order that we would validate during design.</a:t>
            </a:r>
          </a:p>
        </p:txBody>
      </p:sp>
      <p:sp>
        <p:nvSpPr>
          <p:cNvPr id="4" name="Slide Number Placeholder 3"/>
          <p:cNvSpPr>
            <a:spLocks noGrp="1"/>
          </p:cNvSpPr>
          <p:nvPr>
            <p:ph type="sldNum" sz="quarter" idx="5"/>
          </p:nvPr>
        </p:nvSpPr>
        <p:spPr/>
        <p:txBody>
          <a:bodyPr/>
          <a:lstStyle/>
          <a:p>
            <a:fld id="{F7D5D086-4ACF-4F9E-B93E-8E67FA275E93}" type="slidenum">
              <a:t>14</a:t>
            </a:fld>
            <a:endParaRPr lang="en-US"/>
          </a:p>
        </p:txBody>
      </p:sp>
    </p:spTree>
    <p:extLst>
      <p:ext uri="{BB962C8B-B14F-4D97-AF65-F5344CB8AC3E}">
        <p14:creationId xmlns:p14="http://schemas.microsoft.com/office/powerpoint/2010/main" val="30580208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want to be careful and transparent about scope. The gateway is a powerful enforcement point, but it is one layer in a defense-in-depth design, not the whole design. On its own it does not guarantee regulatory compliance, including CNBV or Banxico expectations, and it cannot prevent every possible data leak. It also does not replace Entra ID identity management, your data governance and DLP programme, the content filters on the model deployments, or security inside each application. What it does provide is consistent enforcement and good evidence that your risk and compliance teams can use in their own assessments.</a:t>
            </a:r>
          </a:p>
        </p:txBody>
      </p:sp>
      <p:sp>
        <p:nvSpPr>
          <p:cNvPr id="4" name="Slide Number Placeholder 3"/>
          <p:cNvSpPr>
            <a:spLocks noGrp="1"/>
          </p:cNvSpPr>
          <p:nvPr>
            <p:ph type="sldNum" sz="quarter" idx="5"/>
          </p:nvPr>
        </p:nvSpPr>
        <p:spPr/>
        <p:txBody>
          <a:bodyPr/>
          <a:lstStyle/>
          <a:p>
            <a:fld id="{F7D5D086-4ACF-4F9E-B93E-8E67FA275E93}" type="slidenum">
              <a:t>15</a:t>
            </a:fld>
            <a:endParaRPr lang="en-US"/>
          </a:p>
        </p:txBody>
      </p:sp>
    </p:spTree>
    <p:extLst>
      <p:ext uri="{BB962C8B-B14F-4D97-AF65-F5344CB8AC3E}">
        <p14:creationId xmlns:p14="http://schemas.microsoft.com/office/powerpoint/2010/main" val="14171954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a practical, phased path. Phase one, roughly the first six weeks, builds the foundation: the gateway itself, the Foundry and Azure OpenAI APIs imported behind it, Entra ID authentication with managed identity, token limits and token metrics with logging. Phase two adds protection and resilience: content safety, backend pools with a circuit breaker across PTU and Standard, and semantic caching for high-volume FAQ scenarios. Phase three scales governance: the PII masking pattern, chargeback dashboards and budgets, extending the gateway to agents and MCP tools, and a platform-team operating model. All of these timings are indicative and we would confirm them together.</a:t>
            </a:r>
          </a:p>
        </p:txBody>
      </p:sp>
      <p:sp>
        <p:nvSpPr>
          <p:cNvPr id="4" name="Slide Number Placeholder 3"/>
          <p:cNvSpPr>
            <a:spLocks noGrp="1"/>
          </p:cNvSpPr>
          <p:nvPr>
            <p:ph type="sldNum" sz="quarter" idx="5"/>
          </p:nvPr>
        </p:nvSpPr>
        <p:spPr/>
        <p:txBody>
          <a:bodyPr/>
          <a:lstStyle/>
          <a:p>
            <a:fld id="{F7D5D086-4ACF-4F9E-B93E-8E67FA275E93}" type="slidenum">
              <a:t>16</a:t>
            </a:fld>
            <a:endParaRPr lang="en-US"/>
          </a:p>
        </p:txBody>
      </p:sp>
    </p:spTree>
    <p:extLst>
      <p:ext uri="{BB962C8B-B14F-4D97-AF65-F5344CB8AC3E}">
        <p14:creationId xmlns:p14="http://schemas.microsoft.com/office/powerpoint/2010/main" val="32809559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make this concrete, I propose five next steps. First, an architecture workshop with your security, risk and architecture teams to agree the target design and the policy order. Second, we pick one or two pilot use cases, for example an employee knowledge assistant and a customer virtual assistant. Third, we define quotas, policies and the KPIs we will measure, such as latency, token cost per channel and the number of blocked requests. Then we run the pilot in a non-production environment and review the results together to plan the rollout. With that, I am happy to take your questions.</a:t>
            </a:r>
          </a:p>
        </p:txBody>
      </p:sp>
      <p:sp>
        <p:nvSpPr>
          <p:cNvPr id="4" name="Slide Number Placeholder 3"/>
          <p:cNvSpPr>
            <a:spLocks noGrp="1"/>
          </p:cNvSpPr>
          <p:nvPr>
            <p:ph type="sldNum" sz="quarter" idx="5"/>
          </p:nvPr>
        </p:nvSpPr>
        <p:spPr/>
        <p:txBody>
          <a:bodyPr/>
          <a:lstStyle/>
          <a:p>
            <a:fld id="{F7D5D086-4ACF-4F9E-B93E-8E67FA275E93}" type="slidenum">
              <a:t>17</a:t>
            </a:fld>
            <a:endParaRPr lang="en-US"/>
          </a:p>
        </p:txBody>
      </p:sp>
    </p:spTree>
    <p:extLst>
      <p:ext uri="{BB962C8B-B14F-4D97-AF65-F5344CB8AC3E}">
        <p14:creationId xmlns:p14="http://schemas.microsoft.com/office/powerpoint/2010/main" val="2729655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10/29/2026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2FE67AF-0F2F-5DEF-DC3D-AA8C99BB06A7}"/>
              </a:ext>
            </a:extLst>
          </p:cNvPr>
          <p:cNvSpPr/>
          <p:nvPr/>
        </p:nvSpPr>
        <p:spPr>
          <a:xfrm>
            <a:off x="0" y="0"/>
            <a:ext cx="5600000" cy="6858000"/>
          </a:xfrm>
          <a:prstGeom prst="rect">
            <a:avLst/>
          </a:prstGeom>
          <a:solidFill>
            <a:srgbClr val="162947">
              <a:alpha val="94000"/>
            </a:srgbClr>
          </a:solidFill>
          <a:ln>
            <a:solidFill>
              <a:srgbClr val="16294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7855F23-74DB-1884-FC1C-FF3EBC5F158B}"/>
              </a:ext>
            </a:extLst>
          </p:cNvPr>
          <p:cNvSpPr/>
          <p:nvPr/>
        </p:nvSpPr>
        <p:spPr>
          <a:xfrm>
            <a:off x="457200" y="1300000"/>
            <a:ext cx="4800000" cy="22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FFFFFF"/>
                </a:solidFill>
                <a:effectLst/>
                <a:latin typeface="Segoe UI" panose="020B0502040204020203" pitchFamily="34" charset="0"/>
              </a:rPr>
              <a:t>Governing Generative AI at Scale with Azure AI Gateway</a:t>
            </a:r>
          </a:p>
          <a:p>
            <a:pPr algn="l">
              <a:buNone/>
            </a:pPr>
            <a:r>
              <a:rPr lang="en-US" sz="100">
                <a:effectLst/>
              </a:rPr>
              <a:t> </a:t>
            </a:r>
            <a:endParaRPr lang="en-US"/>
          </a:p>
        </p:txBody>
      </p:sp>
      <p:sp>
        <p:nvSpPr>
          <p:cNvPr id="12" name="Rectangle 11">
            <a:extLst>
              <a:ext uri="{FF2B5EF4-FFF2-40B4-BE49-F238E27FC236}">
                <a16:creationId xmlns:a16="http://schemas.microsoft.com/office/drawing/2014/main" id="{D798A923-630D-1B74-25E4-DBC41EEA2F23}"/>
              </a:ext>
            </a:extLst>
          </p:cNvPr>
          <p:cNvSpPr/>
          <p:nvPr/>
        </p:nvSpPr>
        <p:spPr>
          <a:xfrm>
            <a:off x="457200" y="3700000"/>
            <a:ext cx="48000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CADCFC"/>
                </a:solidFill>
                <a:effectLst/>
                <a:latin typeface="Segoe UI" panose="020B0502040204020203" pitchFamily="34" charset="0"/>
              </a:rPr>
              <a:t>Azure API Management as the control plane for Inbursa's AI workloads</a:t>
            </a:r>
          </a:p>
          <a:p>
            <a:pPr algn="l">
              <a:buNone/>
            </a:pPr>
            <a:r>
              <a:rPr lang="en-US" sz="100">
                <a:effectLst/>
              </a:rPr>
              <a:t> </a:t>
            </a:r>
            <a:endParaRPr lang="en-US"/>
          </a:p>
        </p:txBody>
      </p:sp>
      <p:sp>
        <p:nvSpPr>
          <p:cNvPr id="17" name="Rectangle 16">
            <a:extLst>
              <a:ext uri="{FF2B5EF4-FFF2-40B4-BE49-F238E27FC236}">
                <a16:creationId xmlns:a16="http://schemas.microsoft.com/office/drawing/2014/main" id="{81F577B7-9023-5D62-B9AF-A265AF08D2A9}"/>
              </a:ext>
            </a:extLst>
          </p:cNvPr>
          <p:cNvSpPr/>
          <p:nvPr/>
        </p:nvSpPr>
        <p:spPr>
          <a:xfrm>
            <a:off x="457200" y="4950000"/>
            <a:ext cx="4800000" cy="10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FFFFFF"/>
                </a:solidFill>
                <a:effectLst/>
                <a:latin typeface="Segoe UI" panose="020B0502040204020203" pitchFamily="34" charset="0"/>
              </a:rPr>
              <a:t>Sebastian Adan</a:t>
            </a:r>
          </a:p>
          <a:p>
            <a:pPr algn="l">
              <a:buNone/>
            </a:pPr>
            <a:r>
              <a:rPr lang="en-US" sz="1400">
                <a:solidFill>
                  <a:srgbClr val="CADCFC"/>
                </a:solidFill>
                <a:effectLst/>
                <a:latin typeface="Segoe UI" panose="020B0502040204020203" pitchFamily="34" charset="0"/>
              </a:rPr>
              <a:t>Sr. Cloud Solution Architect, Microsoft Mexico</a:t>
            </a:r>
          </a:p>
          <a:p>
            <a:pPr algn="l">
              <a:buNone/>
            </a:pPr>
            <a:r>
              <a:rPr lang="en-US" sz="1400">
                <a:solidFill>
                  <a:srgbClr val="CADCFC"/>
                </a:solidFill>
                <a:effectLst/>
                <a:latin typeface="Segoe UI" panose="020B0502040204020203" pitchFamily="34" charset="0"/>
              </a:rPr>
              <a:t>October 2026</a:t>
            </a:r>
            <a:endParaRPr lang="en-US"/>
          </a:p>
        </p:txBody>
      </p:sp>
      <p:sp>
        <p:nvSpPr>
          <p:cNvPr id="6879" name="Rectangle 6878">
            <a:extLst>
              <a:ext uri="{FF2B5EF4-FFF2-40B4-BE49-F238E27FC236}">
                <a16:creationId xmlns:a16="http://schemas.microsoft.com/office/drawing/2014/main" id="{F72677DA-903D-3CCF-2C13-F83B57E77DCA}"/>
              </a:ext>
            </a:extLst>
          </p:cNvPr>
          <p:cNvSpPr/>
          <p:nvPr/>
        </p:nvSpPr>
        <p:spPr>
          <a:xfrm>
            <a:off x="457200" y="900000"/>
            <a:ext cx="4800000" cy="3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6FD8E6"/>
                </a:solidFill>
                <a:effectLst/>
                <a:latin typeface="Segoe UI" panose="020B0502040204020203" pitchFamily="34" charset="0"/>
              </a:rPr>
              <a:t>AZURE AI GATEWAY BRIEFING</a:t>
            </a:r>
          </a:p>
          <a:p>
            <a:pPr algn="l">
              <a:buNone/>
            </a:pPr>
            <a:r>
              <a:rPr lang="en-US" sz="100">
                <a:effectLst/>
              </a:rPr>
              <a:t> </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01B04E6-6E34-3DF9-DFE5-8DA6FBF8AE09}"/>
              </a:ext>
            </a:extLst>
          </p:cNvPr>
          <p:cNvSpPr/>
          <p:nvPr/>
        </p:nvSpPr>
        <p:spPr>
          <a:xfrm>
            <a:off x="457200" y="430000"/>
            <a:ext cx="11277600" cy="31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panose="020B0502040204020203" pitchFamily="34" charset="0"/>
              </a:rPr>
              <a:t>THE CHALLENGE</a:t>
            </a:r>
          </a:p>
          <a:p>
            <a:pPr algn="l">
              <a:buNone/>
            </a:pPr>
            <a:r>
              <a:rPr lang="en-US" sz="100">
                <a:effectLst/>
              </a:rPr>
              <a:t> </a:t>
            </a:r>
            <a:endParaRPr lang="en-US"/>
          </a:p>
        </p:txBody>
      </p:sp>
      <p:sp>
        <p:nvSpPr>
          <p:cNvPr id="20" name="Rectangle 19">
            <a:extLst>
              <a:ext uri="{FF2B5EF4-FFF2-40B4-BE49-F238E27FC236}">
                <a16:creationId xmlns:a16="http://schemas.microsoft.com/office/drawing/2014/main" id="{9ACCCDFB-53B7-EC5D-0577-EB944AD01828}"/>
              </a:ext>
            </a:extLst>
          </p:cNvPr>
          <p:cNvSpPr/>
          <p:nvPr/>
        </p:nvSpPr>
        <p:spPr>
          <a:xfrm>
            <a:off x="457200" y="740000"/>
            <a:ext cx="11277600" cy="6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62947"/>
                </a:solidFill>
                <a:effectLst/>
                <a:latin typeface="Segoe UI" panose="020B0502040204020203" pitchFamily="34" charset="0"/>
              </a:rPr>
              <a:t>Direct-to-model AI does not scale safely</a:t>
            </a:r>
          </a:p>
          <a:p>
            <a:pPr algn="l">
              <a:buNone/>
            </a:pPr>
            <a:r>
              <a:rPr lang="en-US" sz="100">
                <a:effectLst/>
              </a:rPr>
              <a:t> </a:t>
            </a:r>
            <a:endParaRPr lang="en-US"/>
          </a:p>
        </p:txBody>
      </p:sp>
      <p:sp>
        <p:nvSpPr>
          <p:cNvPr id="23" name="Rectangle 22">
            <a:extLst>
              <a:ext uri="{FF2B5EF4-FFF2-40B4-BE49-F238E27FC236}">
                <a16:creationId xmlns:a16="http://schemas.microsoft.com/office/drawing/2014/main" id="{4144CE4F-BD97-A47A-BBE7-7F2FBE81FAFE}"/>
              </a:ext>
            </a:extLst>
          </p:cNvPr>
          <p:cNvSpPr/>
          <p:nvPr/>
        </p:nvSpPr>
        <p:spPr>
          <a:xfrm>
            <a:off x="457200" y="1650000"/>
            <a:ext cx="3559200" cy="1600000"/>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7E11FF9-5FAD-1FDD-0193-7B46FF87F2BC}"/>
              </a:ext>
            </a:extLst>
          </p:cNvPr>
          <p:cNvSpPr/>
          <p:nvPr/>
        </p:nvSpPr>
        <p:spPr>
          <a:xfrm>
            <a:off x="657200" y="1875000"/>
            <a:ext cx="3159200" cy="11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078D4"/>
                </a:solidFill>
                <a:effectLst/>
                <a:latin typeface="Segoe UI" panose="020B0502040204020203" pitchFamily="34" charset="0"/>
              </a:rPr>
              <a:t>01</a:t>
            </a:r>
          </a:p>
          <a:p>
            <a:pPr algn="l">
              <a:buNone/>
            </a:pPr>
            <a:r>
              <a:rPr lang="en-US" sz="1800" b="1">
                <a:solidFill>
                  <a:srgbClr val="162947"/>
                </a:solidFill>
                <a:effectLst/>
                <a:latin typeface="Segoe UI" panose="020B0502040204020203" pitchFamily="34" charset="0"/>
              </a:rPr>
              <a:t>Direct model calls</a:t>
            </a:r>
          </a:p>
          <a:p>
            <a:pPr algn="l">
              <a:buNone/>
            </a:pPr>
            <a:r>
              <a:rPr lang="en-US" sz="1400">
                <a:solidFill>
                  <a:srgbClr val="4A5A72"/>
                </a:solidFill>
                <a:effectLst/>
                <a:latin typeface="Segoe UI" panose="020B0502040204020203" pitchFamily="34" charset="0"/>
              </a:rPr>
              <a:t>Channels and teams call model endpoints directly.</a:t>
            </a:r>
            <a:endParaRPr lang="en-US"/>
          </a:p>
        </p:txBody>
      </p:sp>
      <p:sp>
        <p:nvSpPr>
          <p:cNvPr id="32" name="Rectangle 31">
            <a:extLst>
              <a:ext uri="{FF2B5EF4-FFF2-40B4-BE49-F238E27FC236}">
                <a16:creationId xmlns:a16="http://schemas.microsoft.com/office/drawing/2014/main" id="{FD46F015-6436-F012-7235-1B28E6ABADB5}"/>
              </a:ext>
            </a:extLst>
          </p:cNvPr>
          <p:cNvSpPr/>
          <p:nvPr/>
        </p:nvSpPr>
        <p:spPr>
          <a:xfrm>
            <a:off x="4316400" y="1650000"/>
            <a:ext cx="3559200" cy="1600000"/>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6FEAB549-2138-D7E1-3579-8AC2235D9AD1}"/>
              </a:ext>
            </a:extLst>
          </p:cNvPr>
          <p:cNvSpPr/>
          <p:nvPr/>
        </p:nvSpPr>
        <p:spPr>
          <a:xfrm>
            <a:off x="4516400" y="1875000"/>
            <a:ext cx="3159200" cy="11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078D4"/>
                </a:solidFill>
                <a:effectLst/>
                <a:latin typeface="Segoe UI" panose="020B0502040204020203" pitchFamily="34" charset="0"/>
              </a:rPr>
              <a:t>02</a:t>
            </a:r>
          </a:p>
          <a:p>
            <a:pPr algn="l">
              <a:buNone/>
            </a:pPr>
            <a:r>
              <a:rPr lang="en-US" sz="1800" b="1">
                <a:solidFill>
                  <a:srgbClr val="162947"/>
                </a:solidFill>
                <a:effectLst/>
                <a:latin typeface="Segoe UI" panose="020B0502040204020203" pitchFamily="34" charset="0"/>
              </a:rPr>
              <a:t>Keys everywhere</a:t>
            </a:r>
          </a:p>
          <a:p>
            <a:pPr algn="l">
              <a:buNone/>
            </a:pPr>
            <a:r>
              <a:rPr lang="en-US" sz="1400">
                <a:solidFill>
                  <a:srgbClr val="4A5A72"/>
                </a:solidFill>
                <a:effectLst/>
                <a:latin typeface="Segoe UI" panose="020B0502040204020203" pitchFamily="34" charset="0"/>
              </a:rPr>
              <a:t>API keys copied across apps, scripts and pipelines.</a:t>
            </a:r>
            <a:endParaRPr lang="en-US"/>
          </a:p>
        </p:txBody>
      </p:sp>
      <p:sp>
        <p:nvSpPr>
          <p:cNvPr id="45" name="Rectangle 44">
            <a:extLst>
              <a:ext uri="{FF2B5EF4-FFF2-40B4-BE49-F238E27FC236}">
                <a16:creationId xmlns:a16="http://schemas.microsoft.com/office/drawing/2014/main" id="{D842561B-51EE-0765-CA47-83DD0C80A026}"/>
              </a:ext>
            </a:extLst>
          </p:cNvPr>
          <p:cNvSpPr/>
          <p:nvPr/>
        </p:nvSpPr>
        <p:spPr>
          <a:xfrm>
            <a:off x="8175600" y="1650000"/>
            <a:ext cx="3559200" cy="1600000"/>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F2DFF01D-CF77-E403-5839-749A8751A05A}"/>
              </a:ext>
            </a:extLst>
          </p:cNvPr>
          <p:cNvSpPr/>
          <p:nvPr/>
        </p:nvSpPr>
        <p:spPr>
          <a:xfrm>
            <a:off x="8375600" y="1875000"/>
            <a:ext cx="3159200" cy="11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078D4"/>
                </a:solidFill>
                <a:effectLst/>
                <a:latin typeface="Segoe UI" panose="020B0502040204020203" pitchFamily="34" charset="0"/>
              </a:rPr>
              <a:t>03</a:t>
            </a:r>
          </a:p>
          <a:p>
            <a:pPr algn="l">
              <a:buNone/>
            </a:pPr>
            <a:r>
              <a:rPr lang="en-US" sz="1800" b="1">
                <a:solidFill>
                  <a:srgbClr val="162947"/>
                </a:solidFill>
                <a:effectLst/>
                <a:latin typeface="Segoe UI" panose="020B0502040204020203" pitchFamily="34" charset="0"/>
              </a:rPr>
              <a:t>Uneven guardrails</a:t>
            </a:r>
          </a:p>
          <a:p>
            <a:pPr algn="l">
              <a:buNone/>
            </a:pPr>
            <a:r>
              <a:rPr lang="en-US" sz="1400">
                <a:solidFill>
                  <a:srgbClr val="4A5A72"/>
                </a:solidFill>
                <a:effectLst/>
                <a:latin typeface="Segoe UI" panose="020B0502040204020203" pitchFamily="34" charset="0"/>
              </a:rPr>
              <a:t>Each team builds, or skips, its own safety checks.</a:t>
            </a:r>
            <a:endParaRPr lang="en-US"/>
          </a:p>
        </p:txBody>
      </p:sp>
      <p:sp>
        <p:nvSpPr>
          <p:cNvPr id="62" name="Rectangle 61">
            <a:extLst>
              <a:ext uri="{FF2B5EF4-FFF2-40B4-BE49-F238E27FC236}">
                <a16:creationId xmlns:a16="http://schemas.microsoft.com/office/drawing/2014/main" id="{A7BB1B5C-391D-3BBD-3B83-AC454C47DA3E}"/>
              </a:ext>
            </a:extLst>
          </p:cNvPr>
          <p:cNvSpPr/>
          <p:nvPr/>
        </p:nvSpPr>
        <p:spPr>
          <a:xfrm>
            <a:off x="457200" y="3550000"/>
            <a:ext cx="3559200" cy="1600000"/>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E7ED759C-E49E-9839-1DA8-6EB48AC82516}"/>
              </a:ext>
            </a:extLst>
          </p:cNvPr>
          <p:cNvSpPr/>
          <p:nvPr/>
        </p:nvSpPr>
        <p:spPr>
          <a:xfrm>
            <a:off x="657200" y="3775000"/>
            <a:ext cx="3159200" cy="11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078D4"/>
                </a:solidFill>
                <a:effectLst/>
                <a:latin typeface="Segoe UI" panose="020B0502040204020203" pitchFamily="34" charset="0"/>
              </a:rPr>
              <a:t>04</a:t>
            </a:r>
          </a:p>
          <a:p>
            <a:pPr algn="l">
              <a:buNone/>
            </a:pPr>
            <a:r>
              <a:rPr lang="en-US" sz="1800" b="1">
                <a:solidFill>
                  <a:srgbClr val="162947"/>
                </a:solidFill>
                <a:effectLst/>
                <a:latin typeface="Segoe UI" panose="020B0502040204020203" pitchFamily="34" charset="0"/>
              </a:rPr>
              <a:t>Capacity contention</a:t>
            </a:r>
          </a:p>
          <a:p>
            <a:pPr algn="l">
              <a:buNone/>
            </a:pPr>
            <a:r>
              <a:rPr lang="en-US" sz="1400">
                <a:solidFill>
                  <a:srgbClr val="4A5A72"/>
                </a:solidFill>
                <a:effectLst/>
                <a:latin typeface="Segoe UI" panose="020B0502040204020203" pitchFamily="34" charset="0"/>
              </a:rPr>
              <a:t>One app's spike can exhaust shared PTU and quota.</a:t>
            </a:r>
            <a:endParaRPr lang="en-US"/>
          </a:p>
        </p:txBody>
      </p:sp>
      <p:sp>
        <p:nvSpPr>
          <p:cNvPr id="83" name="Rectangle 82">
            <a:extLst>
              <a:ext uri="{FF2B5EF4-FFF2-40B4-BE49-F238E27FC236}">
                <a16:creationId xmlns:a16="http://schemas.microsoft.com/office/drawing/2014/main" id="{B477D8D6-B567-6060-7214-239B0DCADF3D}"/>
              </a:ext>
            </a:extLst>
          </p:cNvPr>
          <p:cNvSpPr/>
          <p:nvPr/>
        </p:nvSpPr>
        <p:spPr>
          <a:xfrm>
            <a:off x="4316400" y="3550000"/>
            <a:ext cx="3559200" cy="1600000"/>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7113028F-5E08-29B9-3A47-EB0B83CF1261}"/>
              </a:ext>
            </a:extLst>
          </p:cNvPr>
          <p:cNvSpPr/>
          <p:nvPr/>
        </p:nvSpPr>
        <p:spPr>
          <a:xfrm>
            <a:off x="4516400" y="3775000"/>
            <a:ext cx="3159200" cy="11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078D4"/>
                </a:solidFill>
                <a:effectLst/>
                <a:latin typeface="Segoe UI" panose="020B0502040204020203" pitchFamily="34" charset="0"/>
              </a:rPr>
              <a:t>05</a:t>
            </a:r>
          </a:p>
          <a:p>
            <a:pPr algn="l">
              <a:buNone/>
            </a:pPr>
            <a:r>
              <a:rPr lang="en-US" sz="1800" b="1">
                <a:solidFill>
                  <a:srgbClr val="162947"/>
                </a:solidFill>
                <a:effectLst/>
                <a:latin typeface="Segoe UI" panose="020B0502040204020203" pitchFamily="34" charset="0"/>
              </a:rPr>
              <a:t>Opaque token spend</a:t>
            </a:r>
          </a:p>
          <a:p>
            <a:pPr algn="l">
              <a:buNone/>
            </a:pPr>
            <a:r>
              <a:rPr lang="en-US" sz="1400">
                <a:solidFill>
                  <a:srgbClr val="4A5A72"/>
                </a:solidFill>
                <a:effectLst/>
                <a:latin typeface="Segoe UI" panose="020B0502040204020203" pitchFamily="34" charset="0"/>
              </a:rPr>
              <a:t>No per-channel view of who consumes what.</a:t>
            </a:r>
            <a:endParaRPr lang="en-US"/>
          </a:p>
        </p:txBody>
      </p:sp>
      <p:sp>
        <p:nvSpPr>
          <p:cNvPr id="108" name="Rectangle 107">
            <a:extLst>
              <a:ext uri="{FF2B5EF4-FFF2-40B4-BE49-F238E27FC236}">
                <a16:creationId xmlns:a16="http://schemas.microsoft.com/office/drawing/2014/main" id="{BD9362D9-C587-BB61-39B6-CD52914A7B3F}"/>
              </a:ext>
            </a:extLst>
          </p:cNvPr>
          <p:cNvSpPr/>
          <p:nvPr/>
        </p:nvSpPr>
        <p:spPr>
          <a:xfrm>
            <a:off x="8175600" y="3550000"/>
            <a:ext cx="3559200" cy="1600000"/>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8E68E5DF-4076-5C52-1744-5A4EC0609FB6}"/>
              </a:ext>
            </a:extLst>
          </p:cNvPr>
          <p:cNvSpPr/>
          <p:nvPr/>
        </p:nvSpPr>
        <p:spPr>
          <a:xfrm>
            <a:off x="8375600" y="3775000"/>
            <a:ext cx="3159200" cy="11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0078D4"/>
                </a:solidFill>
                <a:effectLst/>
                <a:latin typeface="Segoe UI" panose="020B0502040204020203" pitchFamily="34" charset="0"/>
              </a:rPr>
              <a:t>06</a:t>
            </a:r>
          </a:p>
          <a:p>
            <a:pPr algn="l">
              <a:buNone/>
            </a:pPr>
            <a:r>
              <a:rPr lang="en-US" sz="1800" b="1">
                <a:solidFill>
                  <a:srgbClr val="162947"/>
                </a:solidFill>
                <a:effectLst/>
                <a:latin typeface="Segoe UI" panose="020B0502040204020203" pitchFamily="34" charset="0"/>
              </a:rPr>
              <a:t>Audit expectations</a:t>
            </a:r>
          </a:p>
          <a:p>
            <a:pPr algn="l">
              <a:buNone/>
            </a:pPr>
            <a:r>
              <a:rPr lang="en-US" sz="1400">
                <a:solidFill>
                  <a:srgbClr val="4A5A72"/>
                </a:solidFill>
                <a:effectLst/>
                <a:latin typeface="Segoe UI" panose="020B0502040204020203" pitchFamily="34" charset="0"/>
              </a:rPr>
              <a:t>Risk and audit need a traceable record per interaction.</a:t>
            </a:r>
            <a:endParaRPr lang="en-US"/>
          </a:p>
        </p:txBody>
      </p:sp>
      <p:sp>
        <p:nvSpPr>
          <p:cNvPr id="137" name="Rectangle 136">
            <a:extLst>
              <a:ext uri="{FF2B5EF4-FFF2-40B4-BE49-F238E27FC236}">
                <a16:creationId xmlns:a16="http://schemas.microsoft.com/office/drawing/2014/main" id="{98712586-7D11-4F19-BA8F-A106ACAE651E}"/>
              </a:ext>
            </a:extLst>
          </p:cNvPr>
          <p:cNvSpPr/>
          <p:nvPr/>
        </p:nvSpPr>
        <p:spPr>
          <a:xfrm>
            <a:off x="457200" y="5450000"/>
            <a:ext cx="11277600" cy="600000"/>
          </a:xfrm>
          <a:prstGeom prst="rect">
            <a:avLst/>
          </a:prstGeom>
          <a:solidFill>
            <a:srgbClr val="E6F0FA"/>
          </a:solidFill>
          <a:ln>
            <a:solidFill>
              <a:srgbClr val="E6F0F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07CF907B-855A-6231-DE4B-261A38A9A801}"/>
              </a:ext>
            </a:extLst>
          </p:cNvPr>
          <p:cNvSpPr/>
          <p:nvPr/>
        </p:nvSpPr>
        <p:spPr>
          <a:xfrm>
            <a:off x="707200" y="5450000"/>
            <a:ext cx="10777600"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62947"/>
                </a:solidFill>
                <a:effectLst/>
                <a:latin typeface="Segoe UI" panose="020B0502040204020203" pitchFamily="34" charset="0"/>
              </a:rPr>
              <a:t>Result: uneven security, unpredictable cost and thin evidence for audit.</a:t>
            </a:r>
          </a:p>
          <a:p>
            <a:pPr algn="l">
              <a:buNone/>
            </a:pPr>
            <a:r>
              <a:rPr lang="en-US" sz="100">
                <a:effectLst/>
              </a:rPr>
              <a:t> </a:t>
            </a:r>
            <a:endParaRPr lang="en-US"/>
          </a:p>
        </p:txBody>
      </p:sp>
    </p:spTree>
    <p:extLst>
      <p:ext uri="{BB962C8B-B14F-4D97-AF65-F5344CB8AC3E}">
        <p14:creationId xmlns:p14="http://schemas.microsoft.com/office/powerpoint/2010/main" val="4001612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170" name="Rectangle 169">
            <a:extLst>
              <a:ext uri="{FF2B5EF4-FFF2-40B4-BE49-F238E27FC236}">
                <a16:creationId xmlns:a16="http://schemas.microsoft.com/office/drawing/2014/main" id="{F17E8367-0085-B00D-B42E-F428B059F5B0}"/>
              </a:ext>
            </a:extLst>
          </p:cNvPr>
          <p:cNvSpPr/>
          <p:nvPr/>
        </p:nvSpPr>
        <p:spPr>
          <a:xfrm>
            <a:off x="457200" y="430000"/>
            <a:ext cx="11277600" cy="31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panose="020B0502040204020203" pitchFamily="34" charset="0"/>
              </a:rPr>
              <a:t>WHAT AN AI GATEWAY IS</a:t>
            </a:r>
          </a:p>
          <a:p>
            <a:pPr algn="l">
              <a:buNone/>
            </a:pPr>
            <a:r>
              <a:rPr lang="en-US" sz="100">
                <a:effectLst/>
              </a:rPr>
              <a:t> </a:t>
            </a:r>
            <a:endParaRPr lang="en-US"/>
          </a:p>
        </p:txBody>
      </p:sp>
      <p:sp>
        <p:nvSpPr>
          <p:cNvPr id="188" name="Rectangle 187">
            <a:extLst>
              <a:ext uri="{FF2B5EF4-FFF2-40B4-BE49-F238E27FC236}">
                <a16:creationId xmlns:a16="http://schemas.microsoft.com/office/drawing/2014/main" id="{A203F123-BE5E-6E93-B661-F139BC5396B3}"/>
              </a:ext>
            </a:extLst>
          </p:cNvPr>
          <p:cNvSpPr/>
          <p:nvPr/>
        </p:nvSpPr>
        <p:spPr>
          <a:xfrm>
            <a:off x="457200" y="740000"/>
            <a:ext cx="11277600" cy="6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62947"/>
                </a:solidFill>
                <a:effectLst/>
                <a:latin typeface="Segoe UI" panose="020B0502040204020203" pitchFamily="34" charset="0"/>
              </a:rPr>
              <a:t>One governed front door for AI</a:t>
            </a:r>
          </a:p>
          <a:p>
            <a:pPr algn="l">
              <a:buNone/>
            </a:pPr>
            <a:r>
              <a:rPr lang="en-US" sz="100">
                <a:effectLst/>
              </a:rPr>
              <a:t> </a:t>
            </a:r>
            <a:endParaRPr lang="en-US"/>
          </a:p>
        </p:txBody>
      </p:sp>
      <p:sp>
        <p:nvSpPr>
          <p:cNvPr id="207" name="Rectangle 206">
            <a:extLst>
              <a:ext uri="{FF2B5EF4-FFF2-40B4-BE49-F238E27FC236}">
                <a16:creationId xmlns:a16="http://schemas.microsoft.com/office/drawing/2014/main" id="{41E484EA-43B9-CA2D-07BC-F9816698C3FF}"/>
              </a:ext>
            </a:extLst>
          </p:cNvPr>
          <p:cNvSpPr/>
          <p:nvPr/>
        </p:nvSpPr>
        <p:spPr>
          <a:xfrm>
            <a:off x="457200" y="1600000"/>
            <a:ext cx="4700000" cy="11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162947"/>
                </a:solidFill>
                <a:effectLst/>
                <a:latin typeface="Segoe UI" panose="020B0502040204020203" pitchFamily="34" charset="0"/>
              </a:rPr>
              <a:t>A single, governed entry point between every AI consumer and every approved model, agent and tool.</a:t>
            </a:r>
          </a:p>
          <a:p>
            <a:pPr algn="l">
              <a:buNone/>
            </a:pPr>
            <a:r>
              <a:rPr lang="en-US" sz="100">
                <a:effectLst/>
              </a:rPr>
              <a:t> </a:t>
            </a:r>
            <a:endParaRPr lang="en-US"/>
          </a:p>
        </p:txBody>
      </p:sp>
      <p:sp>
        <p:nvSpPr>
          <p:cNvPr id="227" name="Rectangle 226">
            <a:extLst>
              <a:ext uri="{FF2B5EF4-FFF2-40B4-BE49-F238E27FC236}">
                <a16:creationId xmlns:a16="http://schemas.microsoft.com/office/drawing/2014/main" id="{29E086F9-E88E-EBB3-A3CF-748E140F00DF}"/>
              </a:ext>
            </a:extLst>
          </p:cNvPr>
          <p:cNvSpPr/>
          <p:nvPr/>
        </p:nvSpPr>
        <p:spPr>
          <a:xfrm>
            <a:off x="457200" y="2900000"/>
            <a:ext cx="1200000" cy="4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078D4"/>
                </a:solidFill>
                <a:effectLst/>
                <a:latin typeface="Segoe UI" panose="020B0502040204020203" pitchFamily="34" charset="0"/>
              </a:rPr>
              <a:t>Secure</a:t>
            </a:r>
          </a:p>
          <a:p>
            <a:pPr algn="l">
              <a:buNone/>
            </a:pPr>
            <a:r>
              <a:rPr lang="en-US" sz="100">
                <a:effectLst/>
              </a:rPr>
              <a:t> </a:t>
            </a:r>
            <a:endParaRPr lang="en-US"/>
          </a:p>
        </p:txBody>
      </p:sp>
      <p:sp>
        <p:nvSpPr>
          <p:cNvPr id="248" name="Rectangle 247">
            <a:extLst>
              <a:ext uri="{FF2B5EF4-FFF2-40B4-BE49-F238E27FC236}">
                <a16:creationId xmlns:a16="http://schemas.microsoft.com/office/drawing/2014/main" id="{DD026161-B839-52FA-53ED-3AAF4A603F4A}"/>
              </a:ext>
            </a:extLst>
          </p:cNvPr>
          <p:cNvSpPr/>
          <p:nvPr/>
        </p:nvSpPr>
        <p:spPr>
          <a:xfrm>
            <a:off x="1707200" y="2900000"/>
            <a:ext cx="3450000" cy="4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62947"/>
                </a:solidFill>
                <a:effectLst/>
                <a:latin typeface="Segoe UI" panose="020B0502040204020203" pitchFamily="34" charset="0"/>
              </a:rPr>
              <a:t>Identity, safety, PII masking</a:t>
            </a:r>
          </a:p>
          <a:p>
            <a:pPr algn="l">
              <a:buNone/>
            </a:pPr>
            <a:r>
              <a:rPr lang="en-US" sz="100">
                <a:effectLst/>
              </a:rPr>
              <a:t> </a:t>
            </a:r>
            <a:endParaRPr lang="en-US"/>
          </a:p>
        </p:txBody>
      </p:sp>
      <p:sp>
        <p:nvSpPr>
          <p:cNvPr id="270" name="Rectangle 269">
            <a:extLst>
              <a:ext uri="{FF2B5EF4-FFF2-40B4-BE49-F238E27FC236}">
                <a16:creationId xmlns:a16="http://schemas.microsoft.com/office/drawing/2014/main" id="{B98BAA0F-1779-460B-0503-2A0CE704476E}"/>
              </a:ext>
            </a:extLst>
          </p:cNvPr>
          <p:cNvSpPr/>
          <p:nvPr/>
        </p:nvSpPr>
        <p:spPr>
          <a:xfrm>
            <a:off x="457200" y="3460000"/>
            <a:ext cx="1200000" cy="4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078D4"/>
                </a:solidFill>
                <a:effectLst/>
                <a:latin typeface="Segoe UI" panose="020B0502040204020203" pitchFamily="34" charset="0"/>
              </a:rPr>
              <a:t>Scale</a:t>
            </a:r>
          </a:p>
          <a:p>
            <a:pPr algn="l">
              <a:buNone/>
            </a:pPr>
            <a:r>
              <a:rPr lang="en-US" sz="100">
                <a:effectLst/>
              </a:rPr>
              <a:t> </a:t>
            </a:r>
            <a:endParaRPr lang="en-US"/>
          </a:p>
        </p:txBody>
      </p:sp>
      <p:sp>
        <p:nvSpPr>
          <p:cNvPr id="293" name="Rectangle 292">
            <a:extLst>
              <a:ext uri="{FF2B5EF4-FFF2-40B4-BE49-F238E27FC236}">
                <a16:creationId xmlns:a16="http://schemas.microsoft.com/office/drawing/2014/main" id="{9E9C353F-D308-273F-E76D-7BD72ADB36C6}"/>
              </a:ext>
            </a:extLst>
          </p:cNvPr>
          <p:cNvSpPr/>
          <p:nvPr/>
        </p:nvSpPr>
        <p:spPr>
          <a:xfrm>
            <a:off x="1707200" y="3460000"/>
            <a:ext cx="3450000" cy="4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62947"/>
                </a:solidFill>
                <a:effectLst/>
                <a:latin typeface="Segoe UI" panose="020B0502040204020203" pitchFamily="34" charset="0"/>
              </a:rPr>
              <a:t>Token limits, routing, caching</a:t>
            </a:r>
          </a:p>
          <a:p>
            <a:pPr algn="l">
              <a:buNone/>
            </a:pPr>
            <a:r>
              <a:rPr lang="en-US" sz="100">
                <a:effectLst/>
              </a:rPr>
              <a:t> </a:t>
            </a:r>
            <a:endParaRPr lang="en-US"/>
          </a:p>
        </p:txBody>
      </p:sp>
      <p:sp>
        <p:nvSpPr>
          <p:cNvPr id="317" name="Rectangle 316">
            <a:extLst>
              <a:ext uri="{FF2B5EF4-FFF2-40B4-BE49-F238E27FC236}">
                <a16:creationId xmlns:a16="http://schemas.microsoft.com/office/drawing/2014/main" id="{9C23CF08-16D9-0DFC-6457-D6F5273FCFA3}"/>
              </a:ext>
            </a:extLst>
          </p:cNvPr>
          <p:cNvSpPr/>
          <p:nvPr/>
        </p:nvSpPr>
        <p:spPr>
          <a:xfrm>
            <a:off x="457200" y="4020000"/>
            <a:ext cx="1200000" cy="4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078D4"/>
                </a:solidFill>
                <a:effectLst/>
                <a:latin typeface="Segoe UI" panose="020B0502040204020203" pitchFamily="34" charset="0"/>
              </a:rPr>
              <a:t>Monitor</a:t>
            </a:r>
          </a:p>
          <a:p>
            <a:pPr algn="l">
              <a:buNone/>
            </a:pPr>
            <a:r>
              <a:rPr lang="en-US" sz="100">
                <a:effectLst/>
              </a:rPr>
              <a:t> </a:t>
            </a:r>
            <a:endParaRPr lang="en-US"/>
          </a:p>
        </p:txBody>
      </p:sp>
      <p:sp>
        <p:nvSpPr>
          <p:cNvPr id="342" name="Rectangle 341">
            <a:extLst>
              <a:ext uri="{FF2B5EF4-FFF2-40B4-BE49-F238E27FC236}">
                <a16:creationId xmlns:a16="http://schemas.microsoft.com/office/drawing/2014/main" id="{C2E1D9C7-C1AB-E720-0541-D2510AF7BE11}"/>
              </a:ext>
            </a:extLst>
          </p:cNvPr>
          <p:cNvSpPr/>
          <p:nvPr/>
        </p:nvSpPr>
        <p:spPr>
          <a:xfrm>
            <a:off x="1707200" y="4020000"/>
            <a:ext cx="3450000" cy="4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62947"/>
                </a:solidFill>
                <a:effectLst/>
                <a:latin typeface="Segoe UI" panose="020B0502040204020203" pitchFamily="34" charset="0"/>
              </a:rPr>
              <a:t>Token metrics, logs, alerts</a:t>
            </a:r>
          </a:p>
          <a:p>
            <a:pPr algn="l">
              <a:buNone/>
            </a:pPr>
            <a:r>
              <a:rPr lang="en-US" sz="100">
                <a:effectLst/>
              </a:rPr>
              <a:t> </a:t>
            </a:r>
            <a:endParaRPr lang="en-US"/>
          </a:p>
        </p:txBody>
      </p:sp>
      <p:sp>
        <p:nvSpPr>
          <p:cNvPr id="368" name="Rectangle 367">
            <a:extLst>
              <a:ext uri="{FF2B5EF4-FFF2-40B4-BE49-F238E27FC236}">
                <a16:creationId xmlns:a16="http://schemas.microsoft.com/office/drawing/2014/main" id="{BB39A5A9-BAC3-53BF-ECE1-CD1BE64DDA31}"/>
              </a:ext>
            </a:extLst>
          </p:cNvPr>
          <p:cNvSpPr/>
          <p:nvPr/>
        </p:nvSpPr>
        <p:spPr>
          <a:xfrm>
            <a:off x="457200" y="4580000"/>
            <a:ext cx="1200000" cy="4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0078D4"/>
                </a:solidFill>
                <a:effectLst/>
                <a:latin typeface="Segoe UI" panose="020B0502040204020203" pitchFamily="34" charset="0"/>
              </a:rPr>
              <a:t>Govern</a:t>
            </a:r>
          </a:p>
          <a:p>
            <a:pPr algn="l">
              <a:buNone/>
            </a:pPr>
            <a:r>
              <a:rPr lang="en-US" sz="100">
                <a:effectLst/>
              </a:rPr>
              <a:t> </a:t>
            </a:r>
            <a:endParaRPr lang="en-US"/>
          </a:p>
        </p:txBody>
      </p:sp>
      <p:sp>
        <p:nvSpPr>
          <p:cNvPr id="395" name="Rectangle 394">
            <a:extLst>
              <a:ext uri="{FF2B5EF4-FFF2-40B4-BE49-F238E27FC236}">
                <a16:creationId xmlns:a16="http://schemas.microsoft.com/office/drawing/2014/main" id="{007E8368-F994-42D9-3516-AEBD82BD11BD}"/>
              </a:ext>
            </a:extLst>
          </p:cNvPr>
          <p:cNvSpPr/>
          <p:nvPr/>
        </p:nvSpPr>
        <p:spPr>
          <a:xfrm>
            <a:off x="1707200" y="4580000"/>
            <a:ext cx="3450000" cy="4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62947"/>
                </a:solidFill>
                <a:effectLst/>
                <a:latin typeface="Segoe UI" panose="020B0502040204020203" pitchFamily="34" charset="0"/>
              </a:rPr>
              <a:t>One policy set, every channel</a:t>
            </a:r>
          </a:p>
          <a:p>
            <a:pPr algn="l">
              <a:buNone/>
            </a:pPr>
            <a:r>
              <a:rPr lang="en-US" sz="100">
                <a:effectLst/>
              </a:rPr>
              <a:t> </a:t>
            </a:r>
            <a:endParaRPr lang="en-US"/>
          </a:p>
        </p:txBody>
      </p:sp>
      <p:sp>
        <p:nvSpPr>
          <p:cNvPr id="423" name="Rectangle 422">
            <a:extLst>
              <a:ext uri="{FF2B5EF4-FFF2-40B4-BE49-F238E27FC236}">
                <a16:creationId xmlns:a16="http://schemas.microsoft.com/office/drawing/2014/main" id="{E0810413-0FC8-F3AD-ADD9-BB3E73C34684}"/>
              </a:ext>
            </a:extLst>
          </p:cNvPr>
          <p:cNvSpPr/>
          <p:nvPr/>
        </p:nvSpPr>
        <p:spPr>
          <a:xfrm>
            <a:off x="457200" y="5700000"/>
            <a:ext cx="11277600" cy="6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4A5A72"/>
                </a:solidFill>
                <a:effectLst/>
                <a:latin typeface="Segoe UI" panose="020B0502040204020203" pitchFamily="34" charset="0"/>
              </a:rPr>
              <a:t>Works with: Azure OpenAI and Microsoft Foundry models · OpenAI-compatible, Anthropic and Vertex-style LLM APIs · MCP tools and A2A agents</a:t>
            </a:r>
          </a:p>
          <a:p>
            <a:pPr algn="l">
              <a:buNone/>
            </a:pPr>
            <a:r>
              <a:rPr lang="en-US" sz="100">
                <a:effectLst/>
              </a:rPr>
              <a:t> </a:t>
            </a:r>
            <a:endParaRPr lang="en-US"/>
          </a:p>
        </p:txBody>
      </p:sp>
      <p:pic>
        <p:nvPicPr>
          <p:cNvPr id="1848" name="Picture 1847" descr="Architecture: Inbursa channels connect through Azure API Management as AI gateway to Microsoft Foundry model deployments, with Entra ID, AI Language, Content Safety, Managed Redis and Azure Monitor supporting services.">
            <a:extLst>
              <a:ext uri="{FF2B5EF4-FFF2-40B4-BE49-F238E27FC236}">
                <a16:creationId xmlns:a16="http://schemas.microsoft.com/office/drawing/2014/main" id="{55C65900-6831-A100-8977-55A5BC9E2852}"/>
              </a:ext>
            </a:extLst>
          </p:cNvPr>
          <p:cNvPicPr>
            <a:picLocks noChangeAspect="1"/>
          </p:cNvPicPr>
          <p:nvPr/>
        </p:nvPicPr>
        <p:blipFill>
          <a:blip r:embed="rId3"/>
          <a:stretch>
            <a:fillRect/>
          </a:stretch>
        </p:blipFill>
        <p:spPr>
          <a:xfrm>
            <a:off x="5350000" y="1600187"/>
            <a:ext cx="6842000" cy="3848625"/>
          </a:xfrm>
          <a:prstGeom prst="rect">
            <a:avLst/>
          </a:prstGeom>
        </p:spPr>
      </p:pic>
    </p:spTree>
    <p:extLst>
      <p:ext uri="{BB962C8B-B14F-4D97-AF65-F5344CB8AC3E}">
        <p14:creationId xmlns:p14="http://schemas.microsoft.com/office/powerpoint/2010/main" val="2991309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452" name="Rectangle 451">
            <a:extLst>
              <a:ext uri="{FF2B5EF4-FFF2-40B4-BE49-F238E27FC236}">
                <a16:creationId xmlns:a16="http://schemas.microsoft.com/office/drawing/2014/main" id="{486593CD-F55D-8138-2108-26659AD31388}"/>
              </a:ext>
            </a:extLst>
          </p:cNvPr>
          <p:cNvSpPr/>
          <p:nvPr/>
        </p:nvSpPr>
        <p:spPr>
          <a:xfrm>
            <a:off x="457200" y="430000"/>
            <a:ext cx="11277600" cy="31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panose="020B0502040204020203" pitchFamily="34" charset="0"/>
              </a:rPr>
              <a:t>CAPABILITY MAP</a:t>
            </a:r>
          </a:p>
          <a:p>
            <a:pPr algn="l">
              <a:buNone/>
            </a:pPr>
            <a:r>
              <a:rPr lang="en-US" sz="100">
                <a:effectLst/>
              </a:rPr>
              <a:t> </a:t>
            </a:r>
            <a:endParaRPr lang="en-US"/>
          </a:p>
        </p:txBody>
      </p:sp>
      <p:sp>
        <p:nvSpPr>
          <p:cNvPr id="482" name="Rectangle 481">
            <a:extLst>
              <a:ext uri="{FF2B5EF4-FFF2-40B4-BE49-F238E27FC236}">
                <a16:creationId xmlns:a16="http://schemas.microsoft.com/office/drawing/2014/main" id="{FEC4D771-FF3F-18A4-CB15-3ADCF941D9C7}"/>
              </a:ext>
            </a:extLst>
          </p:cNvPr>
          <p:cNvSpPr/>
          <p:nvPr/>
        </p:nvSpPr>
        <p:spPr>
          <a:xfrm>
            <a:off x="457200" y="740000"/>
            <a:ext cx="11277600" cy="6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62947"/>
                </a:solidFill>
                <a:effectLst/>
                <a:latin typeface="Segoe UI" panose="020B0502040204020203" pitchFamily="34" charset="0"/>
              </a:rPr>
              <a:t>Nine capabilities, three outcomes</a:t>
            </a:r>
          </a:p>
          <a:p>
            <a:pPr algn="l">
              <a:buNone/>
            </a:pPr>
            <a:r>
              <a:rPr lang="en-US" sz="100">
                <a:effectLst/>
              </a:rPr>
              <a:t> </a:t>
            </a:r>
            <a:endParaRPr lang="en-US"/>
          </a:p>
        </p:txBody>
      </p:sp>
      <p:sp>
        <p:nvSpPr>
          <p:cNvPr id="513" name="Rectangle 512">
            <a:extLst>
              <a:ext uri="{FF2B5EF4-FFF2-40B4-BE49-F238E27FC236}">
                <a16:creationId xmlns:a16="http://schemas.microsoft.com/office/drawing/2014/main" id="{BB52EE3E-7754-7EE9-3558-220AD5581476}"/>
              </a:ext>
            </a:extLst>
          </p:cNvPr>
          <p:cNvSpPr/>
          <p:nvPr/>
        </p:nvSpPr>
        <p:spPr>
          <a:xfrm>
            <a:off x="457200" y="1650000"/>
            <a:ext cx="3559200" cy="4150000"/>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5" name="Rectangle 544">
            <a:extLst>
              <a:ext uri="{FF2B5EF4-FFF2-40B4-BE49-F238E27FC236}">
                <a16:creationId xmlns:a16="http://schemas.microsoft.com/office/drawing/2014/main" id="{A4E89719-FF65-6FAA-BA39-F5ECD89C2A74}"/>
              </a:ext>
            </a:extLst>
          </p:cNvPr>
          <p:cNvSpPr/>
          <p:nvPr/>
        </p:nvSpPr>
        <p:spPr>
          <a:xfrm>
            <a:off x="657200" y="1870000"/>
            <a:ext cx="3299200" cy="4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62947"/>
                </a:solidFill>
                <a:effectLst/>
                <a:latin typeface="Segoe UI" panose="020B0502040204020203" pitchFamily="34" charset="0"/>
              </a:rPr>
              <a:t>Security &amp; safety</a:t>
            </a:r>
            <a:endParaRPr lang="en-US" sz="1600"/>
          </a:p>
        </p:txBody>
      </p:sp>
      <p:sp>
        <p:nvSpPr>
          <p:cNvPr id="578" name="Rectangle 577">
            <a:extLst>
              <a:ext uri="{FF2B5EF4-FFF2-40B4-BE49-F238E27FC236}">
                <a16:creationId xmlns:a16="http://schemas.microsoft.com/office/drawing/2014/main" id="{BBCFD2CD-74B5-ED3C-31E3-B7747D4AFA2E}"/>
              </a:ext>
            </a:extLst>
          </p:cNvPr>
          <p:cNvSpPr/>
          <p:nvPr/>
        </p:nvSpPr>
        <p:spPr>
          <a:xfrm>
            <a:off x="657200" y="2300000"/>
            <a:ext cx="31592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4A5A72"/>
                </a:solidFill>
                <a:effectLst/>
                <a:latin typeface="Segoe UI" panose="020B0502040204020203" pitchFamily="34" charset="0"/>
              </a:rPr>
              <a:t>Who can call, and what can pass</a:t>
            </a:r>
          </a:p>
          <a:p>
            <a:pPr algn="l">
              <a:buNone/>
            </a:pPr>
            <a:r>
              <a:rPr lang="en-US" sz="100">
                <a:effectLst/>
              </a:rPr>
              <a:t> </a:t>
            </a:r>
            <a:endParaRPr lang="en-US"/>
          </a:p>
        </p:txBody>
      </p:sp>
      <p:sp>
        <p:nvSpPr>
          <p:cNvPr id="612" name="Rectangle 611">
            <a:extLst>
              <a:ext uri="{FF2B5EF4-FFF2-40B4-BE49-F238E27FC236}">
                <a16:creationId xmlns:a16="http://schemas.microsoft.com/office/drawing/2014/main" id="{C308D590-802D-4589-E4FE-FFD7E91E0360}"/>
              </a:ext>
            </a:extLst>
          </p:cNvPr>
          <p:cNvSpPr/>
          <p:nvPr/>
        </p:nvSpPr>
        <p:spPr>
          <a:xfrm>
            <a:off x="657200" y="2830000"/>
            <a:ext cx="3159200" cy="12700"/>
          </a:xfrm>
          <a:prstGeom prst="rect">
            <a:avLst/>
          </a:prstGeom>
          <a:solidFill>
            <a:srgbClr val="D5DEEA"/>
          </a:solidFill>
          <a:ln>
            <a:solidFill>
              <a:srgbClr val="D5DEE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7" name="Oval 646">
            <a:extLst>
              <a:ext uri="{FF2B5EF4-FFF2-40B4-BE49-F238E27FC236}">
                <a16:creationId xmlns:a16="http://schemas.microsoft.com/office/drawing/2014/main" id="{7852E473-3389-6303-D7C8-D037ED69A677}"/>
              </a:ext>
            </a:extLst>
          </p:cNvPr>
          <p:cNvSpPr/>
          <p:nvPr/>
        </p:nvSpPr>
        <p:spPr>
          <a:xfrm>
            <a:off x="657200" y="3165000"/>
            <a:ext cx="440000" cy="44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b="1">
                <a:solidFill>
                  <a:srgbClr val="FFFFFF"/>
                </a:solidFill>
                <a:effectLst/>
                <a:latin typeface="Segoe UI" panose="020B0502040204020203" pitchFamily="34" charset="0"/>
              </a:rPr>
              <a:t>2</a:t>
            </a:r>
            <a:endParaRPr lang="en-US"/>
          </a:p>
        </p:txBody>
      </p:sp>
      <p:sp>
        <p:nvSpPr>
          <p:cNvPr id="683" name="Rectangle 682">
            <a:extLst>
              <a:ext uri="{FF2B5EF4-FFF2-40B4-BE49-F238E27FC236}">
                <a16:creationId xmlns:a16="http://schemas.microsoft.com/office/drawing/2014/main" id="{A628962F-7874-1522-939F-C5CB9E285018}"/>
              </a:ext>
            </a:extLst>
          </p:cNvPr>
          <p:cNvSpPr/>
          <p:nvPr/>
        </p:nvSpPr>
        <p:spPr>
          <a:xfrm>
            <a:off x="1217200" y="3050000"/>
            <a:ext cx="2599200" cy="67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162947"/>
                </a:solidFill>
                <a:effectLst/>
                <a:latin typeface="Segoe UI" panose="020B0502040204020203" pitchFamily="34" charset="0"/>
              </a:rPr>
              <a:t>Authentication &amp; access control</a:t>
            </a:r>
          </a:p>
          <a:p>
            <a:pPr algn="l">
              <a:buNone/>
            </a:pPr>
            <a:r>
              <a:rPr lang="en-US" sz="100">
                <a:effectLst/>
              </a:rPr>
              <a:t> </a:t>
            </a:r>
            <a:endParaRPr lang="en-US"/>
          </a:p>
        </p:txBody>
      </p:sp>
      <p:sp>
        <p:nvSpPr>
          <p:cNvPr id="720" name="Oval 719">
            <a:extLst>
              <a:ext uri="{FF2B5EF4-FFF2-40B4-BE49-F238E27FC236}">
                <a16:creationId xmlns:a16="http://schemas.microsoft.com/office/drawing/2014/main" id="{3201DDFA-45C3-E6B6-3CDB-5DB3A90795AD}"/>
              </a:ext>
            </a:extLst>
          </p:cNvPr>
          <p:cNvSpPr/>
          <p:nvPr/>
        </p:nvSpPr>
        <p:spPr>
          <a:xfrm>
            <a:off x="657200" y="4045000"/>
            <a:ext cx="440000" cy="44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b="1">
                <a:solidFill>
                  <a:srgbClr val="FFFFFF"/>
                </a:solidFill>
                <a:effectLst/>
                <a:latin typeface="Segoe UI" panose="020B0502040204020203" pitchFamily="34" charset="0"/>
              </a:rPr>
              <a:t>5</a:t>
            </a:r>
            <a:endParaRPr lang="en-US"/>
          </a:p>
        </p:txBody>
      </p:sp>
      <p:sp>
        <p:nvSpPr>
          <p:cNvPr id="758" name="Rectangle 757">
            <a:extLst>
              <a:ext uri="{FF2B5EF4-FFF2-40B4-BE49-F238E27FC236}">
                <a16:creationId xmlns:a16="http://schemas.microsoft.com/office/drawing/2014/main" id="{CB32EDA9-F0DD-8CED-9391-94B8EDE06C66}"/>
              </a:ext>
            </a:extLst>
          </p:cNvPr>
          <p:cNvSpPr/>
          <p:nvPr/>
        </p:nvSpPr>
        <p:spPr>
          <a:xfrm>
            <a:off x="1217200" y="3930000"/>
            <a:ext cx="2599200" cy="67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162947"/>
                </a:solidFill>
                <a:effectLst/>
                <a:latin typeface="Segoe UI" panose="020B0502040204020203" pitchFamily="34" charset="0"/>
              </a:rPr>
              <a:t>Prompt &amp; content validation</a:t>
            </a:r>
          </a:p>
          <a:p>
            <a:pPr algn="l">
              <a:buNone/>
            </a:pPr>
            <a:r>
              <a:rPr lang="en-US" sz="100">
                <a:effectLst/>
              </a:rPr>
              <a:t> </a:t>
            </a:r>
            <a:endParaRPr lang="en-US"/>
          </a:p>
        </p:txBody>
      </p:sp>
      <p:sp>
        <p:nvSpPr>
          <p:cNvPr id="797" name="Oval 796">
            <a:extLst>
              <a:ext uri="{FF2B5EF4-FFF2-40B4-BE49-F238E27FC236}">
                <a16:creationId xmlns:a16="http://schemas.microsoft.com/office/drawing/2014/main" id="{8E30ED3D-A3B0-E99F-C4DC-79D1700E8321}"/>
              </a:ext>
            </a:extLst>
          </p:cNvPr>
          <p:cNvSpPr/>
          <p:nvPr/>
        </p:nvSpPr>
        <p:spPr>
          <a:xfrm>
            <a:off x="657200" y="4925000"/>
            <a:ext cx="440000" cy="44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b="1">
                <a:solidFill>
                  <a:srgbClr val="FFFFFF"/>
                </a:solidFill>
                <a:effectLst/>
                <a:latin typeface="Segoe UI" panose="020B0502040204020203" pitchFamily="34" charset="0"/>
              </a:rPr>
              <a:t>6</a:t>
            </a:r>
            <a:endParaRPr lang="en-US"/>
          </a:p>
        </p:txBody>
      </p:sp>
      <p:sp>
        <p:nvSpPr>
          <p:cNvPr id="837" name="Rectangle 836">
            <a:extLst>
              <a:ext uri="{FF2B5EF4-FFF2-40B4-BE49-F238E27FC236}">
                <a16:creationId xmlns:a16="http://schemas.microsoft.com/office/drawing/2014/main" id="{108A555E-98B6-EFD9-D706-C4D561FA7C20}"/>
              </a:ext>
            </a:extLst>
          </p:cNvPr>
          <p:cNvSpPr/>
          <p:nvPr/>
        </p:nvSpPr>
        <p:spPr>
          <a:xfrm>
            <a:off x="1217200" y="4810000"/>
            <a:ext cx="2599200" cy="67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162947"/>
                </a:solidFill>
                <a:effectLst/>
                <a:latin typeface="Segoe UI" panose="020B0502040204020203" pitchFamily="34" charset="0"/>
              </a:rPr>
              <a:t>Sensitive data protection</a:t>
            </a:r>
          </a:p>
          <a:p>
            <a:pPr algn="l">
              <a:buNone/>
            </a:pPr>
            <a:r>
              <a:rPr lang="en-US" sz="100">
                <a:effectLst/>
              </a:rPr>
              <a:t> </a:t>
            </a:r>
            <a:endParaRPr lang="en-US"/>
          </a:p>
        </p:txBody>
      </p:sp>
      <p:sp>
        <p:nvSpPr>
          <p:cNvPr id="878" name="Rectangle 877">
            <a:extLst>
              <a:ext uri="{FF2B5EF4-FFF2-40B4-BE49-F238E27FC236}">
                <a16:creationId xmlns:a16="http://schemas.microsoft.com/office/drawing/2014/main" id="{7211491A-AEEE-5B6D-AAA4-A06E68B5684E}"/>
              </a:ext>
            </a:extLst>
          </p:cNvPr>
          <p:cNvSpPr/>
          <p:nvPr/>
        </p:nvSpPr>
        <p:spPr>
          <a:xfrm>
            <a:off x="4316400" y="1650000"/>
            <a:ext cx="3559200" cy="4150000"/>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0" name="Rectangle 919">
            <a:extLst>
              <a:ext uri="{FF2B5EF4-FFF2-40B4-BE49-F238E27FC236}">
                <a16:creationId xmlns:a16="http://schemas.microsoft.com/office/drawing/2014/main" id="{505424D9-8FB2-C8C5-A7AF-43208947ACF8}"/>
              </a:ext>
            </a:extLst>
          </p:cNvPr>
          <p:cNvSpPr/>
          <p:nvPr/>
        </p:nvSpPr>
        <p:spPr>
          <a:xfrm>
            <a:off x="4516400" y="1870000"/>
            <a:ext cx="3299200" cy="4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62947"/>
                </a:solidFill>
                <a:effectLst/>
                <a:latin typeface="Segoe UI" panose="020B0502040204020203" pitchFamily="34" charset="0"/>
              </a:rPr>
              <a:t>Scale &amp; resilience</a:t>
            </a:r>
            <a:endParaRPr lang="en-US" sz="1600"/>
          </a:p>
        </p:txBody>
      </p:sp>
      <p:sp>
        <p:nvSpPr>
          <p:cNvPr id="963" name="Rectangle 962">
            <a:extLst>
              <a:ext uri="{FF2B5EF4-FFF2-40B4-BE49-F238E27FC236}">
                <a16:creationId xmlns:a16="http://schemas.microsoft.com/office/drawing/2014/main" id="{4CDF4EFC-9BE8-CB3E-5A3E-2EAFD1058D34}"/>
              </a:ext>
            </a:extLst>
          </p:cNvPr>
          <p:cNvSpPr/>
          <p:nvPr/>
        </p:nvSpPr>
        <p:spPr>
          <a:xfrm>
            <a:off x="4516400" y="2300000"/>
            <a:ext cx="31592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4A5A72"/>
                </a:solidFill>
                <a:effectLst/>
                <a:latin typeface="Segoe UI" panose="020B0502040204020203" pitchFamily="34" charset="0"/>
              </a:rPr>
              <a:t>Fair capacity, high availability</a:t>
            </a:r>
          </a:p>
          <a:p>
            <a:pPr algn="l">
              <a:buNone/>
            </a:pPr>
            <a:r>
              <a:rPr lang="en-US" sz="100">
                <a:effectLst/>
              </a:rPr>
              <a:t> </a:t>
            </a:r>
            <a:endParaRPr lang="en-US"/>
          </a:p>
        </p:txBody>
      </p:sp>
      <p:sp>
        <p:nvSpPr>
          <p:cNvPr id="1007" name="Rectangle 1006">
            <a:extLst>
              <a:ext uri="{FF2B5EF4-FFF2-40B4-BE49-F238E27FC236}">
                <a16:creationId xmlns:a16="http://schemas.microsoft.com/office/drawing/2014/main" id="{D4CDE5EA-F0EE-B4ED-4E87-F55ACDF23341}"/>
              </a:ext>
            </a:extLst>
          </p:cNvPr>
          <p:cNvSpPr/>
          <p:nvPr/>
        </p:nvSpPr>
        <p:spPr>
          <a:xfrm>
            <a:off x="4516400" y="2830000"/>
            <a:ext cx="3159200" cy="12700"/>
          </a:xfrm>
          <a:prstGeom prst="rect">
            <a:avLst/>
          </a:prstGeom>
          <a:solidFill>
            <a:srgbClr val="D5DEEA"/>
          </a:solidFill>
          <a:ln>
            <a:solidFill>
              <a:srgbClr val="D5DEE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52" name="Oval 1051">
            <a:extLst>
              <a:ext uri="{FF2B5EF4-FFF2-40B4-BE49-F238E27FC236}">
                <a16:creationId xmlns:a16="http://schemas.microsoft.com/office/drawing/2014/main" id="{C5D17030-278D-10ED-DD42-39A51FB8B94E}"/>
              </a:ext>
            </a:extLst>
          </p:cNvPr>
          <p:cNvSpPr/>
          <p:nvPr/>
        </p:nvSpPr>
        <p:spPr>
          <a:xfrm>
            <a:off x="4516400" y="3165000"/>
            <a:ext cx="440000" cy="44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b="1">
                <a:solidFill>
                  <a:srgbClr val="FFFFFF"/>
                </a:solidFill>
                <a:effectLst/>
                <a:latin typeface="Segoe UI" panose="020B0502040204020203" pitchFamily="34" charset="0"/>
              </a:rPr>
              <a:t>3</a:t>
            </a:r>
            <a:endParaRPr lang="en-US"/>
          </a:p>
        </p:txBody>
      </p:sp>
      <p:sp>
        <p:nvSpPr>
          <p:cNvPr id="1098" name="Rectangle 1097">
            <a:extLst>
              <a:ext uri="{FF2B5EF4-FFF2-40B4-BE49-F238E27FC236}">
                <a16:creationId xmlns:a16="http://schemas.microsoft.com/office/drawing/2014/main" id="{B3F00F5A-1B52-3E32-47FD-99E219A313A6}"/>
              </a:ext>
            </a:extLst>
          </p:cNvPr>
          <p:cNvSpPr/>
          <p:nvPr/>
        </p:nvSpPr>
        <p:spPr>
          <a:xfrm>
            <a:off x="5076400" y="3050000"/>
            <a:ext cx="2599200" cy="67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162947"/>
                </a:solidFill>
                <a:effectLst/>
                <a:latin typeface="Segoe UI" panose="020B0502040204020203" pitchFamily="34" charset="0"/>
              </a:rPr>
              <a:t>Rate limiting &amp; token quotas</a:t>
            </a:r>
          </a:p>
          <a:p>
            <a:pPr algn="l">
              <a:buNone/>
            </a:pPr>
            <a:r>
              <a:rPr lang="en-US" sz="100">
                <a:effectLst/>
              </a:rPr>
              <a:t> </a:t>
            </a:r>
            <a:endParaRPr lang="en-US"/>
          </a:p>
        </p:txBody>
      </p:sp>
      <p:sp>
        <p:nvSpPr>
          <p:cNvPr id="1145" name="Oval 1144">
            <a:extLst>
              <a:ext uri="{FF2B5EF4-FFF2-40B4-BE49-F238E27FC236}">
                <a16:creationId xmlns:a16="http://schemas.microsoft.com/office/drawing/2014/main" id="{4861767F-8508-1320-F0B8-16E3B1A169C9}"/>
              </a:ext>
            </a:extLst>
          </p:cNvPr>
          <p:cNvSpPr/>
          <p:nvPr/>
        </p:nvSpPr>
        <p:spPr>
          <a:xfrm>
            <a:off x="4516400" y="4045000"/>
            <a:ext cx="440000" cy="44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b="1">
                <a:solidFill>
                  <a:srgbClr val="FFFFFF"/>
                </a:solidFill>
                <a:effectLst/>
                <a:latin typeface="Segoe UI" panose="020B0502040204020203" pitchFamily="34" charset="0"/>
              </a:rPr>
              <a:t>4</a:t>
            </a:r>
            <a:endParaRPr lang="en-US"/>
          </a:p>
        </p:txBody>
      </p:sp>
      <p:sp>
        <p:nvSpPr>
          <p:cNvPr id="1193" name="Rectangle 1192">
            <a:extLst>
              <a:ext uri="{FF2B5EF4-FFF2-40B4-BE49-F238E27FC236}">
                <a16:creationId xmlns:a16="http://schemas.microsoft.com/office/drawing/2014/main" id="{1B7C1235-5C41-0393-DA9E-2F871C7D3DCA}"/>
              </a:ext>
            </a:extLst>
          </p:cNvPr>
          <p:cNvSpPr/>
          <p:nvPr/>
        </p:nvSpPr>
        <p:spPr>
          <a:xfrm>
            <a:off x="5076400" y="3930000"/>
            <a:ext cx="2599200" cy="67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162947"/>
                </a:solidFill>
                <a:effectLst/>
                <a:latin typeface="Segoe UI" panose="020B0502040204020203" pitchFamily="34" charset="0"/>
              </a:rPr>
              <a:t>Model routing &amp; fallback</a:t>
            </a:r>
          </a:p>
          <a:p>
            <a:pPr algn="l">
              <a:buNone/>
            </a:pPr>
            <a:r>
              <a:rPr lang="en-US" sz="100">
                <a:effectLst/>
              </a:rPr>
              <a:t> </a:t>
            </a:r>
            <a:endParaRPr lang="en-US"/>
          </a:p>
        </p:txBody>
      </p:sp>
      <p:sp>
        <p:nvSpPr>
          <p:cNvPr id="1242" name="Oval 1241">
            <a:extLst>
              <a:ext uri="{FF2B5EF4-FFF2-40B4-BE49-F238E27FC236}">
                <a16:creationId xmlns:a16="http://schemas.microsoft.com/office/drawing/2014/main" id="{CA180115-B443-9E8D-078B-08C17A1209D0}"/>
              </a:ext>
            </a:extLst>
          </p:cNvPr>
          <p:cNvSpPr/>
          <p:nvPr/>
        </p:nvSpPr>
        <p:spPr>
          <a:xfrm>
            <a:off x="4516400" y="4925000"/>
            <a:ext cx="440000" cy="44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b="1">
                <a:solidFill>
                  <a:srgbClr val="FFFFFF"/>
                </a:solidFill>
                <a:effectLst/>
                <a:latin typeface="Segoe UI" panose="020B0502040204020203" pitchFamily="34" charset="0"/>
              </a:rPr>
              <a:t>7</a:t>
            </a:r>
            <a:endParaRPr lang="en-US"/>
          </a:p>
        </p:txBody>
      </p:sp>
      <p:sp>
        <p:nvSpPr>
          <p:cNvPr id="1292" name="Rectangle 1291">
            <a:extLst>
              <a:ext uri="{FF2B5EF4-FFF2-40B4-BE49-F238E27FC236}">
                <a16:creationId xmlns:a16="http://schemas.microsoft.com/office/drawing/2014/main" id="{DE26A94B-1651-0472-F9A1-609A4A7CE9B5}"/>
              </a:ext>
            </a:extLst>
          </p:cNvPr>
          <p:cNvSpPr/>
          <p:nvPr/>
        </p:nvSpPr>
        <p:spPr>
          <a:xfrm>
            <a:off x="5076400" y="4810000"/>
            <a:ext cx="2599200" cy="67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162947"/>
                </a:solidFill>
                <a:effectLst/>
                <a:latin typeface="Segoe UI" panose="020B0502040204020203" pitchFamily="34" charset="0"/>
              </a:rPr>
              <a:t>Response caching &amp; latency</a:t>
            </a:r>
          </a:p>
          <a:p>
            <a:pPr algn="l">
              <a:buNone/>
            </a:pPr>
            <a:r>
              <a:rPr lang="en-US" sz="100">
                <a:effectLst/>
              </a:rPr>
              <a:t> </a:t>
            </a:r>
            <a:endParaRPr lang="en-US"/>
          </a:p>
        </p:txBody>
      </p:sp>
      <p:sp>
        <p:nvSpPr>
          <p:cNvPr id="1343" name="Rectangle 1342">
            <a:extLst>
              <a:ext uri="{FF2B5EF4-FFF2-40B4-BE49-F238E27FC236}">
                <a16:creationId xmlns:a16="http://schemas.microsoft.com/office/drawing/2014/main" id="{85F94CE3-426D-DDE3-3AF6-53B6BB214FE4}"/>
              </a:ext>
            </a:extLst>
          </p:cNvPr>
          <p:cNvSpPr/>
          <p:nvPr/>
        </p:nvSpPr>
        <p:spPr>
          <a:xfrm>
            <a:off x="8175600" y="1650000"/>
            <a:ext cx="3559200" cy="4150000"/>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95" name="Rectangle 1394">
            <a:extLst>
              <a:ext uri="{FF2B5EF4-FFF2-40B4-BE49-F238E27FC236}">
                <a16:creationId xmlns:a16="http://schemas.microsoft.com/office/drawing/2014/main" id="{FF9098A4-ED03-CFD8-A97E-3B1460B7AF66}"/>
              </a:ext>
            </a:extLst>
          </p:cNvPr>
          <p:cNvSpPr/>
          <p:nvPr/>
        </p:nvSpPr>
        <p:spPr>
          <a:xfrm>
            <a:off x="8375600" y="1870000"/>
            <a:ext cx="3299200" cy="4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62947"/>
                </a:solidFill>
                <a:effectLst/>
                <a:latin typeface="Segoe UI" panose="020B0502040204020203" pitchFamily="34" charset="0"/>
              </a:rPr>
              <a:t>Visibility &amp; governance</a:t>
            </a:r>
            <a:endParaRPr lang="en-US" sz="1600"/>
          </a:p>
        </p:txBody>
      </p:sp>
      <p:sp>
        <p:nvSpPr>
          <p:cNvPr id="1448" name="Rectangle 1447">
            <a:extLst>
              <a:ext uri="{FF2B5EF4-FFF2-40B4-BE49-F238E27FC236}">
                <a16:creationId xmlns:a16="http://schemas.microsoft.com/office/drawing/2014/main" id="{769F73AE-5C01-BAA3-C989-179EB44438DC}"/>
              </a:ext>
            </a:extLst>
          </p:cNvPr>
          <p:cNvSpPr/>
          <p:nvPr/>
        </p:nvSpPr>
        <p:spPr>
          <a:xfrm>
            <a:off x="8375600" y="2300000"/>
            <a:ext cx="31592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4A5A72"/>
                </a:solidFill>
                <a:effectLst/>
                <a:latin typeface="Segoe UI" panose="020B0502040204020203" pitchFamily="34" charset="0"/>
              </a:rPr>
              <a:t>One front door, full traceability</a:t>
            </a:r>
          </a:p>
          <a:p>
            <a:pPr algn="l">
              <a:buNone/>
            </a:pPr>
            <a:r>
              <a:rPr lang="en-US" sz="100">
                <a:effectLst/>
              </a:rPr>
              <a:t> </a:t>
            </a:r>
            <a:endParaRPr lang="en-US"/>
          </a:p>
        </p:txBody>
      </p:sp>
      <p:sp>
        <p:nvSpPr>
          <p:cNvPr id="1502" name="Rectangle 1501">
            <a:extLst>
              <a:ext uri="{FF2B5EF4-FFF2-40B4-BE49-F238E27FC236}">
                <a16:creationId xmlns:a16="http://schemas.microsoft.com/office/drawing/2014/main" id="{5B794CAE-D57C-FA57-7C42-22AA4BECDF6B}"/>
              </a:ext>
            </a:extLst>
          </p:cNvPr>
          <p:cNvSpPr/>
          <p:nvPr/>
        </p:nvSpPr>
        <p:spPr>
          <a:xfrm>
            <a:off x="8375600" y="2830000"/>
            <a:ext cx="3159200" cy="12700"/>
          </a:xfrm>
          <a:prstGeom prst="rect">
            <a:avLst/>
          </a:prstGeom>
          <a:solidFill>
            <a:srgbClr val="D5DEEA"/>
          </a:solidFill>
          <a:ln>
            <a:solidFill>
              <a:srgbClr val="D5DEE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57" name="Oval 1556">
            <a:extLst>
              <a:ext uri="{FF2B5EF4-FFF2-40B4-BE49-F238E27FC236}">
                <a16:creationId xmlns:a16="http://schemas.microsoft.com/office/drawing/2014/main" id="{DA8F0757-DA0B-87F0-F262-90FF345B28AD}"/>
              </a:ext>
            </a:extLst>
          </p:cNvPr>
          <p:cNvSpPr/>
          <p:nvPr/>
        </p:nvSpPr>
        <p:spPr>
          <a:xfrm>
            <a:off x="8375600" y="3165000"/>
            <a:ext cx="440000" cy="44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b="1">
                <a:solidFill>
                  <a:srgbClr val="FFFFFF"/>
                </a:solidFill>
                <a:effectLst/>
                <a:latin typeface="Segoe UI" panose="020B0502040204020203" pitchFamily="34" charset="0"/>
              </a:rPr>
              <a:t>1</a:t>
            </a:r>
            <a:endParaRPr lang="en-US"/>
          </a:p>
        </p:txBody>
      </p:sp>
      <p:sp>
        <p:nvSpPr>
          <p:cNvPr id="1613" name="Rectangle 1612">
            <a:extLst>
              <a:ext uri="{FF2B5EF4-FFF2-40B4-BE49-F238E27FC236}">
                <a16:creationId xmlns:a16="http://schemas.microsoft.com/office/drawing/2014/main" id="{ECF4FB3A-1EBE-DD15-30A7-A205CD76277D}"/>
              </a:ext>
            </a:extLst>
          </p:cNvPr>
          <p:cNvSpPr/>
          <p:nvPr/>
        </p:nvSpPr>
        <p:spPr>
          <a:xfrm>
            <a:off x="8935600" y="3050000"/>
            <a:ext cx="2599200" cy="67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162947"/>
                </a:solidFill>
                <a:effectLst/>
                <a:latin typeface="Segoe UI" panose="020B0502040204020203" pitchFamily="34" charset="0"/>
              </a:rPr>
              <a:t>Centralized AI access &amp; governance</a:t>
            </a:r>
          </a:p>
          <a:p>
            <a:pPr algn="l">
              <a:buNone/>
            </a:pPr>
            <a:r>
              <a:rPr lang="en-US" sz="100">
                <a:effectLst/>
              </a:rPr>
              <a:t> </a:t>
            </a:r>
            <a:endParaRPr lang="en-US"/>
          </a:p>
        </p:txBody>
      </p:sp>
      <p:sp>
        <p:nvSpPr>
          <p:cNvPr id="1670" name="Oval 1669">
            <a:extLst>
              <a:ext uri="{FF2B5EF4-FFF2-40B4-BE49-F238E27FC236}">
                <a16:creationId xmlns:a16="http://schemas.microsoft.com/office/drawing/2014/main" id="{934744D4-5B5B-D3F1-7DB1-DBB30B412A3C}"/>
              </a:ext>
            </a:extLst>
          </p:cNvPr>
          <p:cNvSpPr/>
          <p:nvPr/>
        </p:nvSpPr>
        <p:spPr>
          <a:xfrm>
            <a:off x="8375600" y="4045000"/>
            <a:ext cx="440000" cy="44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b="1">
                <a:solidFill>
                  <a:srgbClr val="FFFFFF"/>
                </a:solidFill>
                <a:effectLst/>
                <a:latin typeface="Segoe UI" panose="020B0502040204020203" pitchFamily="34" charset="0"/>
              </a:rPr>
              <a:t>8</a:t>
            </a:r>
            <a:endParaRPr lang="en-US"/>
          </a:p>
        </p:txBody>
      </p:sp>
      <p:sp>
        <p:nvSpPr>
          <p:cNvPr id="1728" name="Rectangle 1727">
            <a:extLst>
              <a:ext uri="{FF2B5EF4-FFF2-40B4-BE49-F238E27FC236}">
                <a16:creationId xmlns:a16="http://schemas.microsoft.com/office/drawing/2014/main" id="{0463CEA3-06DB-0571-5250-D99DD31D6E73}"/>
              </a:ext>
            </a:extLst>
          </p:cNvPr>
          <p:cNvSpPr/>
          <p:nvPr/>
        </p:nvSpPr>
        <p:spPr>
          <a:xfrm>
            <a:off x="8935600" y="3930000"/>
            <a:ext cx="2599200" cy="67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162947"/>
                </a:solidFill>
                <a:effectLst/>
                <a:latin typeface="Segoe UI" panose="020B0502040204020203" pitchFamily="34" charset="0"/>
              </a:rPr>
              <a:t>Token consumption &amp; cost governance</a:t>
            </a:r>
          </a:p>
          <a:p>
            <a:pPr algn="l">
              <a:buNone/>
            </a:pPr>
            <a:r>
              <a:rPr lang="en-US" sz="100">
                <a:effectLst/>
              </a:rPr>
              <a:t> </a:t>
            </a:r>
            <a:endParaRPr lang="en-US"/>
          </a:p>
        </p:txBody>
      </p:sp>
      <p:sp>
        <p:nvSpPr>
          <p:cNvPr id="1787" name="Oval 1786">
            <a:extLst>
              <a:ext uri="{FF2B5EF4-FFF2-40B4-BE49-F238E27FC236}">
                <a16:creationId xmlns:a16="http://schemas.microsoft.com/office/drawing/2014/main" id="{4A5FF150-8C58-BDC8-3D46-2995D8A7902F}"/>
              </a:ext>
            </a:extLst>
          </p:cNvPr>
          <p:cNvSpPr/>
          <p:nvPr/>
        </p:nvSpPr>
        <p:spPr>
          <a:xfrm>
            <a:off x="8375600" y="4925000"/>
            <a:ext cx="440000" cy="44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00" b="1">
                <a:solidFill>
                  <a:srgbClr val="FFFFFF"/>
                </a:solidFill>
                <a:effectLst/>
                <a:latin typeface="Segoe UI" panose="020B0502040204020203" pitchFamily="34" charset="0"/>
              </a:rPr>
              <a:t>9</a:t>
            </a:r>
            <a:endParaRPr lang="en-US"/>
          </a:p>
        </p:txBody>
      </p:sp>
      <p:sp>
        <p:nvSpPr>
          <p:cNvPr id="1847" name="Rectangle 1846">
            <a:extLst>
              <a:ext uri="{FF2B5EF4-FFF2-40B4-BE49-F238E27FC236}">
                <a16:creationId xmlns:a16="http://schemas.microsoft.com/office/drawing/2014/main" id="{30692216-7DF0-6D6E-0DC1-5BAA4E97EC51}"/>
              </a:ext>
            </a:extLst>
          </p:cNvPr>
          <p:cNvSpPr/>
          <p:nvPr/>
        </p:nvSpPr>
        <p:spPr>
          <a:xfrm>
            <a:off x="8935600" y="4810000"/>
            <a:ext cx="2599200" cy="67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162947"/>
                </a:solidFill>
                <a:effectLst/>
                <a:latin typeface="Segoe UI" panose="020B0502040204020203" pitchFamily="34" charset="0"/>
              </a:rPr>
              <a:t>Monitoring, observability &amp; audit</a:t>
            </a:r>
          </a:p>
          <a:p>
            <a:pPr algn="l">
              <a:buNone/>
            </a:pPr>
            <a:r>
              <a:rPr lang="en-US" sz="100">
                <a:effectLst/>
              </a:rPr>
              <a:t> </a:t>
            </a:r>
            <a:endParaRPr lang="en-US"/>
          </a:p>
        </p:txBody>
      </p:sp>
    </p:spTree>
    <p:extLst>
      <p:ext uri="{BB962C8B-B14F-4D97-AF65-F5344CB8AC3E}">
        <p14:creationId xmlns:p14="http://schemas.microsoft.com/office/powerpoint/2010/main" val="2551235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1851" name="Rectangle 1850">
            <a:extLst>
              <a:ext uri="{FF2B5EF4-FFF2-40B4-BE49-F238E27FC236}">
                <a16:creationId xmlns:a16="http://schemas.microsoft.com/office/drawing/2014/main" id="{D73AAE1B-F9FB-6957-D2C4-4EF61575E4A4}"/>
              </a:ext>
            </a:extLst>
          </p:cNvPr>
          <p:cNvSpPr/>
          <p:nvPr/>
        </p:nvSpPr>
        <p:spPr>
          <a:xfrm>
            <a:off x="457200" y="48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panose="020B0502040204020203" pitchFamily="34" charset="0"/>
              </a:rPr>
              <a:t>CAPABILITY 01 OF 09  ·  VISIBILITY &amp; GOVERNANCE</a:t>
            </a:r>
          </a:p>
          <a:p>
            <a:pPr algn="l">
              <a:buNone/>
            </a:pPr>
            <a:r>
              <a:rPr lang="en-US" sz="100">
                <a:effectLst/>
              </a:rPr>
              <a:t> </a:t>
            </a:r>
            <a:endParaRPr lang="en-US"/>
          </a:p>
        </p:txBody>
      </p:sp>
      <p:sp>
        <p:nvSpPr>
          <p:cNvPr id="1853" name="Rectangle 1852">
            <a:extLst>
              <a:ext uri="{FF2B5EF4-FFF2-40B4-BE49-F238E27FC236}">
                <a16:creationId xmlns:a16="http://schemas.microsoft.com/office/drawing/2014/main" id="{FE261338-6BF0-C208-1229-CA0B585BF0F8}"/>
              </a:ext>
            </a:extLst>
          </p:cNvPr>
          <p:cNvSpPr/>
          <p:nvPr/>
        </p:nvSpPr>
        <p:spPr>
          <a:xfrm>
            <a:off x="8382000" y="1133296"/>
            <a:ext cx="3352800" cy="1358164"/>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56" name="Rectangle 1855">
            <a:extLst>
              <a:ext uri="{FF2B5EF4-FFF2-40B4-BE49-F238E27FC236}">
                <a16:creationId xmlns:a16="http://schemas.microsoft.com/office/drawing/2014/main" id="{C53A7804-65EE-087E-C138-8BB15115AE57}"/>
              </a:ext>
            </a:extLst>
          </p:cNvPr>
          <p:cNvSpPr/>
          <p:nvPr/>
        </p:nvSpPr>
        <p:spPr>
          <a:xfrm>
            <a:off x="8532000" y="1233296"/>
            <a:ext cx="3052800" cy="11581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WHAT IT DOES</a:t>
            </a:r>
          </a:p>
          <a:p>
            <a:pPr algn="l">
              <a:buNone/>
            </a:pPr>
            <a:r>
              <a:rPr lang="en-US" sz="1400">
                <a:solidFill>
                  <a:srgbClr val="162947"/>
                </a:solidFill>
                <a:effectLst/>
                <a:latin typeface="Segoe UI" panose="020B0502040204020203" pitchFamily="34" charset="0"/>
              </a:rPr>
              <a:t>Gives every channel one governed front door; the gateway calls models with managed identity.</a:t>
            </a:r>
            <a:endParaRPr lang="en-US"/>
          </a:p>
        </p:txBody>
      </p:sp>
      <p:sp>
        <p:nvSpPr>
          <p:cNvPr id="1860" name="Rectangle 1859">
            <a:extLst>
              <a:ext uri="{FF2B5EF4-FFF2-40B4-BE49-F238E27FC236}">
                <a16:creationId xmlns:a16="http://schemas.microsoft.com/office/drawing/2014/main" id="{523BD6A8-6DA6-7055-89B0-CD4FA67606C9}"/>
              </a:ext>
            </a:extLst>
          </p:cNvPr>
          <p:cNvSpPr/>
          <p:nvPr/>
        </p:nvSpPr>
        <p:spPr>
          <a:xfrm>
            <a:off x="8382000" y="2641460"/>
            <a:ext cx="3352800" cy="1358164"/>
          </a:xfrm>
          <a:prstGeom prst="rect">
            <a:avLst/>
          </a:prstGeom>
          <a:solidFill>
            <a:srgbClr val="FFFFFF"/>
          </a:solidFill>
          <a:ln w="15875">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65" name="Rectangle 1864">
            <a:extLst>
              <a:ext uri="{FF2B5EF4-FFF2-40B4-BE49-F238E27FC236}">
                <a16:creationId xmlns:a16="http://schemas.microsoft.com/office/drawing/2014/main" id="{69C68161-666C-1822-B505-1FA57F01EAF9}"/>
              </a:ext>
            </a:extLst>
          </p:cNvPr>
          <p:cNvSpPr/>
          <p:nvPr/>
        </p:nvSpPr>
        <p:spPr>
          <a:xfrm>
            <a:off x="8532000" y="2741460"/>
            <a:ext cx="3052800" cy="11581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WHY IT MATTERS FOR INBURSA</a:t>
            </a:r>
          </a:p>
          <a:p>
            <a:pPr algn="l">
              <a:buNone/>
            </a:pPr>
            <a:r>
              <a:rPr lang="en-US" sz="1400">
                <a:solidFill>
                  <a:srgbClr val="162947"/>
                </a:solidFill>
                <a:effectLst/>
                <a:latin typeface="Segoe UI" panose="020B0502040204020203" pitchFamily="34" charset="0"/>
              </a:rPr>
              <a:t>Same policies for web, mobile, internal apps and employees; no direct calls to model endpoints.</a:t>
            </a:r>
            <a:endParaRPr lang="en-US"/>
          </a:p>
        </p:txBody>
      </p:sp>
      <p:sp>
        <p:nvSpPr>
          <p:cNvPr id="1871" name="Rectangle 1870">
            <a:extLst>
              <a:ext uri="{FF2B5EF4-FFF2-40B4-BE49-F238E27FC236}">
                <a16:creationId xmlns:a16="http://schemas.microsoft.com/office/drawing/2014/main" id="{C1C5CC4C-7DEC-EECF-FCD1-DF906D10F835}"/>
              </a:ext>
            </a:extLst>
          </p:cNvPr>
          <p:cNvSpPr/>
          <p:nvPr/>
        </p:nvSpPr>
        <p:spPr>
          <a:xfrm>
            <a:off x="8382000" y="4149624"/>
            <a:ext cx="3352800" cy="1575080"/>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78" name="Rectangle 1877">
            <a:extLst>
              <a:ext uri="{FF2B5EF4-FFF2-40B4-BE49-F238E27FC236}">
                <a16:creationId xmlns:a16="http://schemas.microsoft.com/office/drawing/2014/main" id="{D9FE3900-870D-5E63-5191-4D837DC8A392}"/>
              </a:ext>
            </a:extLst>
          </p:cNvPr>
          <p:cNvSpPr/>
          <p:nvPr/>
        </p:nvSpPr>
        <p:spPr>
          <a:xfrm>
            <a:off x="8532000" y="4249624"/>
            <a:ext cx="3052800" cy="1375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ENABLED BY</a:t>
            </a:r>
          </a:p>
          <a:p>
            <a:pPr algn="l">
              <a:buNone/>
            </a:pPr>
            <a:r>
              <a:rPr lang="en-US" sz="1400">
                <a:solidFill>
                  <a:srgbClr val="162947"/>
                </a:solidFill>
                <a:effectLst/>
                <a:latin typeface="Segoe UI" panose="020B0502040204020203" pitchFamily="34" charset="0"/>
              </a:rPr>
              <a:t>APIM as AI gateway · managed identity to Azure OpenAI · private endpoints + Entra ID-only auth on model resources</a:t>
            </a:r>
            <a:endParaRPr lang="en-US"/>
          </a:p>
        </p:txBody>
      </p:sp>
      <p:sp>
        <p:nvSpPr>
          <p:cNvPr id="1886" name="Rectangle 1885">
            <a:extLst>
              <a:ext uri="{FF2B5EF4-FFF2-40B4-BE49-F238E27FC236}">
                <a16:creationId xmlns:a16="http://schemas.microsoft.com/office/drawing/2014/main" id="{FD0818E1-6ABE-8637-3A10-F44DDB353122}"/>
              </a:ext>
            </a:extLst>
          </p:cNvPr>
          <p:cNvSpPr/>
          <p:nvPr/>
        </p:nvSpPr>
        <p:spPr>
          <a:xfrm>
            <a:off x="457200" y="6020000"/>
            <a:ext cx="11277600" cy="3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A5A72"/>
                </a:solidFill>
                <a:effectLst/>
                <a:latin typeface="Segoe UI" panose="020B0502040204020203" pitchFamily="34" charset="0"/>
              </a:rPr>
              <a:t>As configured: blocking direct model access is a network and authentication setting on the model resources, not APIM alone.</a:t>
            </a:r>
          </a:p>
          <a:p>
            <a:pPr algn="l">
              <a:buNone/>
            </a:pPr>
            <a:r>
              <a:rPr lang="en-US" sz="100">
                <a:effectLst/>
              </a:rPr>
              <a:t> </a:t>
            </a:r>
            <a:endParaRPr lang="en-US"/>
          </a:p>
        </p:txBody>
      </p:sp>
      <p:pic>
        <p:nvPicPr>
          <p:cNvPr id="4480" name="Picture 4479" descr="Animated diagram: Centralized AI access &amp; governance in the Inbursa AI gateway architecture (fictional scenario, illustrative values).">
            <a:extLst>
              <a:ext uri="{FF2B5EF4-FFF2-40B4-BE49-F238E27FC236}">
                <a16:creationId xmlns:a16="http://schemas.microsoft.com/office/drawing/2014/main" id="{E928478A-23D0-450E-EA4F-9948FA09A301}"/>
              </a:ext>
            </a:extLst>
          </p:cNvPr>
          <p:cNvPicPr>
            <a:picLocks noChangeAspect="1"/>
          </p:cNvPicPr>
          <p:nvPr/>
        </p:nvPicPr>
        <p:blipFill>
          <a:blip r:embed="rId3"/>
          <a:stretch>
            <a:fillRect/>
          </a:stretch>
        </p:blipFill>
        <p:spPr>
          <a:xfrm>
            <a:off x="0" y="1143000"/>
            <a:ext cx="8128000" cy="4572000"/>
          </a:xfrm>
          <a:prstGeom prst="rect">
            <a:avLst/>
          </a:prstGeom>
        </p:spPr>
      </p:pic>
    </p:spTree>
    <p:extLst>
      <p:ext uri="{BB962C8B-B14F-4D97-AF65-F5344CB8AC3E}">
        <p14:creationId xmlns:p14="http://schemas.microsoft.com/office/powerpoint/2010/main" val="1963764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1895" name="Rectangle 1894">
            <a:extLst>
              <a:ext uri="{FF2B5EF4-FFF2-40B4-BE49-F238E27FC236}">
                <a16:creationId xmlns:a16="http://schemas.microsoft.com/office/drawing/2014/main" id="{45C15493-086F-0E13-08F7-B4BEF947AD71}"/>
              </a:ext>
            </a:extLst>
          </p:cNvPr>
          <p:cNvSpPr/>
          <p:nvPr/>
        </p:nvSpPr>
        <p:spPr>
          <a:xfrm>
            <a:off x="457200" y="48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panose="020B0502040204020203" pitchFamily="34" charset="0"/>
              </a:rPr>
              <a:t>CAPABILITY 02 OF 09  ·  SECURITY &amp; SAFETY</a:t>
            </a:r>
          </a:p>
          <a:p>
            <a:pPr algn="l">
              <a:buNone/>
            </a:pPr>
            <a:r>
              <a:rPr lang="en-US" sz="100">
                <a:effectLst/>
              </a:rPr>
              <a:t> </a:t>
            </a:r>
            <a:endParaRPr lang="en-US"/>
          </a:p>
        </p:txBody>
      </p:sp>
      <p:sp>
        <p:nvSpPr>
          <p:cNvPr id="1905" name="Rectangle 1904">
            <a:extLst>
              <a:ext uri="{FF2B5EF4-FFF2-40B4-BE49-F238E27FC236}">
                <a16:creationId xmlns:a16="http://schemas.microsoft.com/office/drawing/2014/main" id="{354A1945-F493-EADD-39CF-445D1D2575F6}"/>
              </a:ext>
            </a:extLst>
          </p:cNvPr>
          <p:cNvSpPr/>
          <p:nvPr/>
        </p:nvSpPr>
        <p:spPr>
          <a:xfrm>
            <a:off x="8382000" y="1143000"/>
            <a:ext cx="3352800" cy="1424000"/>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16" name="Rectangle 1915">
            <a:extLst>
              <a:ext uri="{FF2B5EF4-FFF2-40B4-BE49-F238E27FC236}">
                <a16:creationId xmlns:a16="http://schemas.microsoft.com/office/drawing/2014/main" id="{32CBF9B4-8796-62C8-2D66-5A9D77711ED4}"/>
              </a:ext>
            </a:extLst>
          </p:cNvPr>
          <p:cNvSpPr/>
          <p:nvPr/>
        </p:nvSpPr>
        <p:spPr>
          <a:xfrm>
            <a:off x="8532000" y="1243000"/>
            <a:ext cx="3052800" cy="1224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WHAT IT DOES</a:t>
            </a:r>
          </a:p>
          <a:p>
            <a:pPr algn="l">
              <a:buNone/>
            </a:pPr>
            <a:r>
              <a:rPr lang="en-US" sz="1400">
                <a:solidFill>
                  <a:srgbClr val="162947"/>
                </a:solidFill>
                <a:effectLst/>
                <a:latin typeface="Segoe UI" panose="020B0502040204020203" pitchFamily="34" charset="0"/>
              </a:rPr>
              <a:t>Validates Microsoft Entra ID tokens on every call: issuer, audience and role claims.</a:t>
            </a:r>
            <a:endParaRPr lang="en-US"/>
          </a:p>
        </p:txBody>
      </p:sp>
      <p:sp>
        <p:nvSpPr>
          <p:cNvPr id="1928" name="Rectangle 1927">
            <a:extLst>
              <a:ext uri="{FF2B5EF4-FFF2-40B4-BE49-F238E27FC236}">
                <a16:creationId xmlns:a16="http://schemas.microsoft.com/office/drawing/2014/main" id="{1D53D78B-00A9-B948-4539-27DD7BBEA467}"/>
              </a:ext>
            </a:extLst>
          </p:cNvPr>
          <p:cNvSpPr/>
          <p:nvPr/>
        </p:nvSpPr>
        <p:spPr>
          <a:xfrm>
            <a:off x="8382000" y="2717000"/>
            <a:ext cx="3352800" cy="1424000"/>
          </a:xfrm>
          <a:prstGeom prst="rect">
            <a:avLst/>
          </a:prstGeom>
          <a:solidFill>
            <a:srgbClr val="FFFFFF"/>
          </a:solidFill>
          <a:ln w="15875">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41" name="Rectangle 1940">
            <a:extLst>
              <a:ext uri="{FF2B5EF4-FFF2-40B4-BE49-F238E27FC236}">
                <a16:creationId xmlns:a16="http://schemas.microsoft.com/office/drawing/2014/main" id="{8E325544-B695-0E92-30DE-7D2CD16C4DAD}"/>
              </a:ext>
            </a:extLst>
          </p:cNvPr>
          <p:cNvSpPr/>
          <p:nvPr/>
        </p:nvSpPr>
        <p:spPr>
          <a:xfrm>
            <a:off x="8532000" y="2817000"/>
            <a:ext cx="3052800" cy="1224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WHY IT MATTERS FOR INBURSA</a:t>
            </a:r>
          </a:p>
          <a:p>
            <a:pPr algn="l">
              <a:buNone/>
            </a:pPr>
            <a:r>
              <a:rPr lang="en-US" sz="1400">
                <a:solidFill>
                  <a:srgbClr val="162947"/>
                </a:solidFill>
                <a:effectLst/>
                <a:latin typeface="Segoe UI" panose="020B0502040204020203" pitchFamily="34" charset="0"/>
              </a:rPr>
              <a:t>Expired or invalid tokens get a 401 before the model; no model keys live in client apps.</a:t>
            </a:r>
            <a:endParaRPr lang="en-US"/>
          </a:p>
        </p:txBody>
      </p:sp>
      <p:sp>
        <p:nvSpPr>
          <p:cNvPr id="1955" name="Rectangle 1954">
            <a:extLst>
              <a:ext uri="{FF2B5EF4-FFF2-40B4-BE49-F238E27FC236}">
                <a16:creationId xmlns:a16="http://schemas.microsoft.com/office/drawing/2014/main" id="{DDBA2927-129B-15A8-9B1F-6CC58F905C5D}"/>
              </a:ext>
            </a:extLst>
          </p:cNvPr>
          <p:cNvSpPr/>
          <p:nvPr/>
        </p:nvSpPr>
        <p:spPr>
          <a:xfrm>
            <a:off x="8382000" y="4291000"/>
            <a:ext cx="3352800" cy="1424000"/>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70" name="Rectangle 1969">
            <a:extLst>
              <a:ext uri="{FF2B5EF4-FFF2-40B4-BE49-F238E27FC236}">
                <a16:creationId xmlns:a16="http://schemas.microsoft.com/office/drawing/2014/main" id="{612CE74C-1E48-CBED-F208-C842E6A6CE2A}"/>
              </a:ext>
            </a:extLst>
          </p:cNvPr>
          <p:cNvSpPr/>
          <p:nvPr/>
        </p:nvSpPr>
        <p:spPr>
          <a:xfrm>
            <a:off x="8532000" y="4391000"/>
            <a:ext cx="3052800" cy="1224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ENABLED BY</a:t>
            </a:r>
          </a:p>
          <a:p>
            <a:pPr algn="l">
              <a:buNone/>
            </a:pPr>
            <a:r>
              <a:rPr lang="en-US" sz="1400">
                <a:solidFill>
                  <a:srgbClr val="162947"/>
                </a:solidFill>
                <a:effectLst/>
                <a:latin typeface="Segoe UI" panose="020B0502040204020203" pitchFamily="34" charset="0"/>
              </a:rPr>
              <a:t>validate-azure-ad-token or validate-jwt policy · Microsoft Entra ID · managed identity</a:t>
            </a:r>
            <a:endParaRPr lang="en-US"/>
          </a:p>
        </p:txBody>
      </p:sp>
      <p:sp>
        <p:nvSpPr>
          <p:cNvPr id="1986" name="Rectangle 1985">
            <a:extLst>
              <a:ext uri="{FF2B5EF4-FFF2-40B4-BE49-F238E27FC236}">
                <a16:creationId xmlns:a16="http://schemas.microsoft.com/office/drawing/2014/main" id="{D06E13EA-F119-BF11-7E84-9713E0EFA3FC}"/>
              </a:ext>
            </a:extLst>
          </p:cNvPr>
          <p:cNvSpPr/>
          <p:nvPr/>
        </p:nvSpPr>
        <p:spPr>
          <a:xfrm>
            <a:off x="457200" y="6020000"/>
            <a:ext cx="11277600" cy="3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A5A72"/>
                </a:solidFill>
                <a:effectLst/>
                <a:latin typeface="Segoe UI" panose="020B0502040204020203" pitchFamily="34" charset="0"/>
              </a:rPr>
              <a:t>Illustrative scenario. Roles, audiences and app registrations are defined per application in Microsoft Entra ID.</a:t>
            </a:r>
          </a:p>
          <a:p>
            <a:pPr algn="l">
              <a:buNone/>
            </a:pPr>
            <a:r>
              <a:rPr lang="en-US" sz="100">
                <a:effectLst/>
              </a:rPr>
              <a:t> </a:t>
            </a:r>
            <a:endParaRPr lang="en-US"/>
          </a:p>
        </p:txBody>
      </p:sp>
      <p:pic>
        <p:nvPicPr>
          <p:cNvPr id="4481" name="Picture 4480" descr="Animated diagram: Authentication &amp; access control in the Inbursa AI gateway architecture (fictional scenario, illustrative values).">
            <a:extLst>
              <a:ext uri="{FF2B5EF4-FFF2-40B4-BE49-F238E27FC236}">
                <a16:creationId xmlns:a16="http://schemas.microsoft.com/office/drawing/2014/main" id="{6A6F0075-B1AD-FC56-C4A5-2FF7305D4374}"/>
              </a:ext>
            </a:extLst>
          </p:cNvPr>
          <p:cNvPicPr>
            <a:picLocks noChangeAspect="1"/>
          </p:cNvPicPr>
          <p:nvPr/>
        </p:nvPicPr>
        <p:blipFill>
          <a:blip r:embed="rId3"/>
          <a:stretch>
            <a:fillRect/>
          </a:stretch>
        </p:blipFill>
        <p:spPr>
          <a:xfrm>
            <a:off x="0" y="1143000"/>
            <a:ext cx="8128000" cy="4572000"/>
          </a:xfrm>
          <a:prstGeom prst="rect">
            <a:avLst/>
          </a:prstGeom>
        </p:spPr>
      </p:pic>
    </p:spTree>
    <p:extLst>
      <p:ext uri="{BB962C8B-B14F-4D97-AF65-F5344CB8AC3E}">
        <p14:creationId xmlns:p14="http://schemas.microsoft.com/office/powerpoint/2010/main" val="2552010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003" name="Rectangle 2002">
            <a:extLst>
              <a:ext uri="{FF2B5EF4-FFF2-40B4-BE49-F238E27FC236}">
                <a16:creationId xmlns:a16="http://schemas.microsoft.com/office/drawing/2014/main" id="{FBE3CB36-8D2C-47A9-36B2-957DED0FADF1}"/>
              </a:ext>
            </a:extLst>
          </p:cNvPr>
          <p:cNvSpPr/>
          <p:nvPr/>
        </p:nvSpPr>
        <p:spPr>
          <a:xfrm>
            <a:off x="457200" y="48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panose="020B0502040204020203" pitchFamily="34" charset="0"/>
              </a:rPr>
              <a:t>CAPABILITY 03 OF 09  ·  SCALE &amp; RESILIENCE</a:t>
            </a:r>
          </a:p>
          <a:p>
            <a:pPr algn="l">
              <a:buNone/>
            </a:pPr>
            <a:r>
              <a:rPr lang="en-US" sz="100">
                <a:effectLst/>
              </a:rPr>
              <a:t> </a:t>
            </a:r>
            <a:endParaRPr lang="en-US"/>
          </a:p>
        </p:txBody>
      </p:sp>
      <p:sp>
        <p:nvSpPr>
          <p:cNvPr id="2021" name="Rectangle 2020">
            <a:extLst>
              <a:ext uri="{FF2B5EF4-FFF2-40B4-BE49-F238E27FC236}">
                <a16:creationId xmlns:a16="http://schemas.microsoft.com/office/drawing/2014/main" id="{2A614C2A-6B15-C363-6283-C0BD15C87D70}"/>
              </a:ext>
            </a:extLst>
          </p:cNvPr>
          <p:cNvSpPr/>
          <p:nvPr/>
        </p:nvSpPr>
        <p:spPr>
          <a:xfrm>
            <a:off x="8382000" y="1143000"/>
            <a:ext cx="3352800" cy="1496305"/>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40" name="Rectangle 2039">
            <a:extLst>
              <a:ext uri="{FF2B5EF4-FFF2-40B4-BE49-F238E27FC236}">
                <a16:creationId xmlns:a16="http://schemas.microsoft.com/office/drawing/2014/main" id="{624CFF30-11FC-11B6-EA5F-AC608872CBAA}"/>
              </a:ext>
            </a:extLst>
          </p:cNvPr>
          <p:cNvSpPr/>
          <p:nvPr/>
        </p:nvSpPr>
        <p:spPr>
          <a:xfrm>
            <a:off x="8532000" y="1243000"/>
            <a:ext cx="3052800" cy="129630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WHAT IT DOES</a:t>
            </a:r>
          </a:p>
          <a:p>
            <a:pPr algn="l">
              <a:buNone/>
            </a:pPr>
            <a:r>
              <a:rPr lang="en-US" sz="1400">
                <a:solidFill>
                  <a:srgbClr val="162947"/>
                </a:solidFill>
                <a:effectLst/>
                <a:latin typeface="Segoe UI" panose="020B0502040204020203" pitchFamily="34" charset="0"/>
              </a:rPr>
              <a:t>Enforces tokens-per-minute limits, plus optional token quotas, per app or subscription.</a:t>
            </a:r>
            <a:endParaRPr lang="en-US"/>
          </a:p>
        </p:txBody>
      </p:sp>
      <p:sp>
        <p:nvSpPr>
          <p:cNvPr id="2060" name="Rectangle 2059">
            <a:extLst>
              <a:ext uri="{FF2B5EF4-FFF2-40B4-BE49-F238E27FC236}">
                <a16:creationId xmlns:a16="http://schemas.microsoft.com/office/drawing/2014/main" id="{2F302455-F5BB-84D0-7DF8-28B70C2EFFFA}"/>
              </a:ext>
            </a:extLst>
          </p:cNvPr>
          <p:cNvSpPr/>
          <p:nvPr/>
        </p:nvSpPr>
        <p:spPr>
          <a:xfrm>
            <a:off x="8382000" y="2789305"/>
            <a:ext cx="3352800" cy="1496305"/>
          </a:xfrm>
          <a:prstGeom prst="rect">
            <a:avLst/>
          </a:prstGeom>
          <a:solidFill>
            <a:srgbClr val="FFFFFF"/>
          </a:solidFill>
          <a:ln w="15875">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81" name="Rectangle 2080">
            <a:extLst>
              <a:ext uri="{FF2B5EF4-FFF2-40B4-BE49-F238E27FC236}">
                <a16:creationId xmlns:a16="http://schemas.microsoft.com/office/drawing/2014/main" id="{F78A3282-A392-31AA-D93E-AEB9187AD559}"/>
              </a:ext>
            </a:extLst>
          </p:cNvPr>
          <p:cNvSpPr/>
          <p:nvPr/>
        </p:nvSpPr>
        <p:spPr>
          <a:xfrm>
            <a:off x="8532000" y="2889305"/>
            <a:ext cx="3052800" cy="129630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WHY IT MATTERS FOR INBURSA</a:t>
            </a:r>
          </a:p>
          <a:p>
            <a:pPr algn="l">
              <a:buNone/>
            </a:pPr>
            <a:r>
              <a:rPr lang="en-US" sz="1400">
                <a:solidFill>
                  <a:srgbClr val="162947"/>
                </a:solidFill>
                <a:effectLst/>
                <a:latin typeface="Segoe UI" panose="020B0502040204020203" pitchFamily="34" charset="0"/>
              </a:rPr>
              <a:t>One app's spike can't starve others on shared PTU; over the limit returns 429 + Retry-After.</a:t>
            </a:r>
            <a:endParaRPr lang="en-US"/>
          </a:p>
        </p:txBody>
      </p:sp>
      <p:sp>
        <p:nvSpPr>
          <p:cNvPr id="2103" name="Rectangle 2102">
            <a:extLst>
              <a:ext uri="{FF2B5EF4-FFF2-40B4-BE49-F238E27FC236}">
                <a16:creationId xmlns:a16="http://schemas.microsoft.com/office/drawing/2014/main" id="{88AE8BC8-EEF2-2D18-AADB-1F5C81FE6A97}"/>
              </a:ext>
            </a:extLst>
          </p:cNvPr>
          <p:cNvSpPr/>
          <p:nvPr/>
        </p:nvSpPr>
        <p:spPr>
          <a:xfrm>
            <a:off x="8382000" y="4435610"/>
            <a:ext cx="3352800" cy="1279389"/>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26" name="Rectangle 2125">
            <a:extLst>
              <a:ext uri="{FF2B5EF4-FFF2-40B4-BE49-F238E27FC236}">
                <a16:creationId xmlns:a16="http://schemas.microsoft.com/office/drawing/2014/main" id="{73DE1CE3-05F3-E22E-33F1-F19811002B3D}"/>
              </a:ext>
            </a:extLst>
          </p:cNvPr>
          <p:cNvSpPr/>
          <p:nvPr/>
        </p:nvSpPr>
        <p:spPr>
          <a:xfrm>
            <a:off x="8532000" y="4535610"/>
            <a:ext cx="3052800" cy="107938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ENABLED BY</a:t>
            </a:r>
          </a:p>
          <a:p>
            <a:pPr algn="l">
              <a:buNone/>
            </a:pPr>
            <a:r>
              <a:rPr lang="en-US" sz="1400">
                <a:solidFill>
                  <a:srgbClr val="162947"/>
                </a:solidFill>
                <a:effectLst/>
                <a:latin typeface="Segoe UI" panose="020B0502040204020203" pitchFamily="34" charset="0"/>
              </a:rPr>
              <a:t>llm-token-limit policy (TPM + optional quotas) · APIM products and subscriptions</a:t>
            </a:r>
            <a:endParaRPr lang="en-US"/>
          </a:p>
        </p:txBody>
      </p:sp>
      <p:sp>
        <p:nvSpPr>
          <p:cNvPr id="2150" name="Rectangle 2149">
            <a:extLst>
              <a:ext uri="{FF2B5EF4-FFF2-40B4-BE49-F238E27FC236}">
                <a16:creationId xmlns:a16="http://schemas.microsoft.com/office/drawing/2014/main" id="{797D5CBE-3866-EBB0-559A-59EADC0BF35D}"/>
              </a:ext>
            </a:extLst>
          </p:cNvPr>
          <p:cNvSpPr/>
          <p:nvPr/>
        </p:nvSpPr>
        <p:spPr>
          <a:xfrm>
            <a:off x="457200" y="6020000"/>
            <a:ext cx="11277600" cy="3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A5A72"/>
                </a:solidFill>
                <a:effectLst/>
                <a:latin typeface="Segoe UI" panose="020B0502040204020203" pitchFamily="34" charset="0"/>
              </a:rPr>
              <a:t>Token limits shown are illustrative; actual values are set per app and environment during design.</a:t>
            </a:r>
          </a:p>
          <a:p>
            <a:pPr algn="l">
              <a:buNone/>
            </a:pPr>
            <a:r>
              <a:rPr lang="en-US" sz="100">
                <a:effectLst/>
              </a:rPr>
              <a:t> </a:t>
            </a:r>
            <a:endParaRPr lang="en-US"/>
          </a:p>
        </p:txBody>
      </p:sp>
      <p:pic>
        <p:nvPicPr>
          <p:cNvPr id="4482" name="Picture 4481" descr="Animated diagram: Rate limiting &amp; token quotas in the Inbursa AI gateway architecture (fictional scenario, illustrative values).">
            <a:extLst>
              <a:ext uri="{FF2B5EF4-FFF2-40B4-BE49-F238E27FC236}">
                <a16:creationId xmlns:a16="http://schemas.microsoft.com/office/drawing/2014/main" id="{4F8FC103-5598-DB11-E205-D8E219245A83}"/>
              </a:ext>
            </a:extLst>
          </p:cNvPr>
          <p:cNvPicPr>
            <a:picLocks noChangeAspect="1"/>
          </p:cNvPicPr>
          <p:nvPr/>
        </p:nvPicPr>
        <p:blipFill>
          <a:blip r:embed="rId3"/>
          <a:stretch>
            <a:fillRect/>
          </a:stretch>
        </p:blipFill>
        <p:spPr>
          <a:xfrm>
            <a:off x="0" y="1143000"/>
            <a:ext cx="8128000" cy="4572000"/>
          </a:xfrm>
          <a:prstGeom prst="rect">
            <a:avLst/>
          </a:prstGeom>
        </p:spPr>
      </p:pic>
    </p:spTree>
    <p:extLst>
      <p:ext uri="{BB962C8B-B14F-4D97-AF65-F5344CB8AC3E}">
        <p14:creationId xmlns:p14="http://schemas.microsoft.com/office/powerpoint/2010/main" val="609394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175" name="Rectangle 2174">
            <a:extLst>
              <a:ext uri="{FF2B5EF4-FFF2-40B4-BE49-F238E27FC236}">
                <a16:creationId xmlns:a16="http://schemas.microsoft.com/office/drawing/2014/main" id="{68616E81-B9C6-E98D-C249-7FCF8E1C3386}"/>
              </a:ext>
            </a:extLst>
          </p:cNvPr>
          <p:cNvSpPr/>
          <p:nvPr/>
        </p:nvSpPr>
        <p:spPr>
          <a:xfrm>
            <a:off x="457200" y="48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panose="020B0502040204020203" pitchFamily="34" charset="0"/>
              </a:rPr>
              <a:t>CAPABILITY 04 OF 09  ·  SCALE &amp; RESILIENCE</a:t>
            </a:r>
          </a:p>
          <a:p>
            <a:pPr algn="l">
              <a:buNone/>
            </a:pPr>
            <a:r>
              <a:rPr lang="en-US" sz="100">
                <a:effectLst/>
              </a:rPr>
              <a:t> </a:t>
            </a:r>
            <a:endParaRPr lang="en-US"/>
          </a:p>
        </p:txBody>
      </p:sp>
      <p:sp>
        <p:nvSpPr>
          <p:cNvPr id="2201" name="Rectangle 2200">
            <a:extLst>
              <a:ext uri="{FF2B5EF4-FFF2-40B4-BE49-F238E27FC236}">
                <a16:creationId xmlns:a16="http://schemas.microsoft.com/office/drawing/2014/main" id="{1A563843-4408-D5D9-C6B6-C5E50B6AC028}"/>
              </a:ext>
            </a:extLst>
          </p:cNvPr>
          <p:cNvSpPr/>
          <p:nvPr/>
        </p:nvSpPr>
        <p:spPr>
          <a:xfrm>
            <a:off x="8382000" y="1133296"/>
            <a:ext cx="3352800" cy="1358164"/>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28" name="Rectangle 2227">
            <a:extLst>
              <a:ext uri="{FF2B5EF4-FFF2-40B4-BE49-F238E27FC236}">
                <a16:creationId xmlns:a16="http://schemas.microsoft.com/office/drawing/2014/main" id="{4B443F90-B4A2-8AF2-589A-1B2FBA19C6B2}"/>
              </a:ext>
            </a:extLst>
          </p:cNvPr>
          <p:cNvSpPr/>
          <p:nvPr/>
        </p:nvSpPr>
        <p:spPr>
          <a:xfrm>
            <a:off x="8532000" y="1233296"/>
            <a:ext cx="3052800" cy="11581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WHAT IT DOES</a:t>
            </a:r>
          </a:p>
          <a:p>
            <a:pPr algn="l">
              <a:buNone/>
            </a:pPr>
            <a:r>
              <a:rPr lang="en-US" sz="1400">
                <a:solidFill>
                  <a:srgbClr val="162947"/>
                </a:solidFill>
                <a:effectLst/>
                <a:latin typeface="Segoe UI" panose="020B0502040204020203" pitchFamily="34" charset="0"/>
              </a:rPr>
              <a:t>Routes to a priority-based backend pool: PTU primary, Standard secondary in another region.</a:t>
            </a:r>
            <a:endParaRPr lang="en-US"/>
          </a:p>
        </p:txBody>
      </p:sp>
      <p:sp>
        <p:nvSpPr>
          <p:cNvPr id="2256" name="Rectangle 2255">
            <a:extLst>
              <a:ext uri="{FF2B5EF4-FFF2-40B4-BE49-F238E27FC236}">
                <a16:creationId xmlns:a16="http://schemas.microsoft.com/office/drawing/2014/main" id="{A13E54C4-C31B-E9AC-BCBC-AF3263240487}"/>
              </a:ext>
            </a:extLst>
          </p:cNvPr>
          <p:cNvSpPr/>
          <p:nvPr/>
        </p:nvSpPr>
        <p:spPr>
          <a:xfrm>
            <a:off x="8382000" y="2641460"/>
            <a:ext cx="3352800" cy="1575080"/>
          </a:xfrm>
          <a:prstGeom prst="rect">
            <a:avLst/>
          </a:prstGeom>
          <a:solidFill>
            <a:srgbClr val="FFFFFF"/>
          </a:solidFill>
          <a:ln w="15875">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85" name="Rectangle 2284">
            <a:extLst>
              <a:ext uri="{FF2B5EF4-FFF2-40B4-BE49-F238E27FC236}">
                <a16:creationId xmlns:a16="http://schemas.microsoft.com/office/drawing/2014/main" id="{204FBFBE-27B2-7CC6-B99D-29317ADBC669}"/>
              </a:ext>
            </a:extLst>
          </p:cNvPr>
          <p:cNvSpPr/>
          <p:nvPr/>
        </p:nvSpPr>
        <p:spPr>
          <a:xfrm>
            <a:off x="8532000" y="2741460"/>
            <a:ext cx="3052800" cy="1375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WHY IT MATTERS FOR INBURSA</a:t>
            </a:r>
          </a:p>
          <a:p>
            <a:pPr algn="l">
              <a:buNone/>
            </a:pPr>
            <a:r>
              <a:rPr lang="en-US" sz="1400">
                <a:solidFill>
                  <a:srgbClr val="162947"/>
                </a:solidFill>
                <a:effectLst/>
                <a:latin typeface="Segoe UI" panose="020B0502040204020203" pitchFamily="34" charset="0"/>
              </a:rPr>
              <a:t>On 429s or errors the circuit breaker opens and requests retry to the secondary, with no app change.</a:t>
            </a:r>
            <a:endParaRPr lang="en-US"/>
          </a:p>
        </p:txBody>
      </p:sp>
      <p:sp>
        <p:nvSpPr>
          <p:cNvPr id="2315" name="Rectangle 2314">
            <a:extLst>
              <a:ext uri="{FF2B5EF4-FFF2-40B4-BE49-F238E27FC236}">
                <a16:creationId xmlns:a16="http://schemas.microsoft.com/office/drawing/2014/main" id="{894A00AC-CA44-B562-DD20-9E94AC692CEA}"/>
              </a:ext>
            </a:extLst>
          </p:cNvPr>
          <p:cNvSpPr/>
          <p:nvPr/>
        </p:nvSpPr>
        <p:spPr>
          <a:xfrm>
            <a:off x="8382000" y="4366540"/>
            <a:ext cx="3352800" cy="1358164"/>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46" name="Rectangle 2345">
            <a:extLst>
              <a:ext uri="{FF2B5EF4-FFF2-40B4-BE49-F238E27FC236}">
                <a16:creationId xmlns:a16="http://schemas.microsoft.com/office/drawing/2014/main" id="{8E965F48-67EC-09D4-949D-B7961A8EA6E8}"/>
              </a:ext>
            </a:extLst>
          </p:cNvPr>
          <p:cNvSpPr/>
          <p:nvPr/>
        </p:nvSpPr>
        <p:spPr>
          <a:xfrm>
            <a:off x="8532000" y="4466540"/>
            <a:ext cx="3052800" cy="115816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ENABLED BY</a:t>
            </a:r>
          </a:p>
          <a:p>
            <a:pPr algn="l">
              <a:buNone/>
            </a:pPr>
            <a:r>
              <a:rPr lang="en-US" sz="1400">
                <a:solidFill>
                  <a:srgbClr val="162947"/>
                </a:solidFill>
                <a:effectLst/>
                <a:latin typeface="Segoe UI" panose="020B0502040204020203" pitchFamily="34" charset="0"/>
              </a:rPr>
              <a:t>APIM backends and load-balanced pools · circuit breaker · retry policy</a:t>
            </a:r>
            <a:endParaRPr lang="en-US"/>
          </a:p>
        </p:txBody>
      </p:sp>
      <p:sp>
        <p:nvSpPr>
          <p:cNvPr id="2378" name="Rectangle 2377">
            <a:extLst>
              <a:ext uri="{FF2B5EF4-FFF2-40B4-BE49-F238E27FC236}">
                <a16:creationId xmlns:a16="http://schemas.microsoft.com/office/drawing/2014/main" id="{0212CB97-5625-87C8-118D-3EAB750E3164}"/>
              </a:ext>
            </a:extLst>
          </p:cNvPr>
          <p:cNvSpPr/>
          <p:nvPr/>
        </p:nvSpPr>
        <p:spPr>
          <a:xfrm>
            <a:off x="457200" y="6020000"/>
            <a:ext cx="11277600" cy="3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A5A72"/>
                </a:solidFill>
                <a:effectLst/>
                <a:latin typeface="Segoe UI" panose="020B0502040204020203" pitchFamily="34" charset="0"/>
              </a:rPr>
              <a:t>Regions, deployments and thresholds are illustrative.</a:t>
            </a:r>
          </a:p>
          <a:p>
            <a:pPr algn="l">
              <a:buNone/>
            </a:pPr>
            <a:r>
              <a:rPr lang="en-US" sz="100">
                <a:effectLst/>
              </a:rPr>
              <a:t> </a:t>
            </a:r>
            <a:endParaRPr lang="en-US"/>
          </a:p>
        </p:txBody>
      </p:sp>
      <p:pic>
        <p:nvPicPr>
          <p:cNvPr id="4483" name="Picture 4482" descr="Animated diagram: Model routing &amp; fallback in the Inbursa AI gateway architecture (fictional scenario, illustrative values).">
            <a:extLst>
              <a:ext uri="{FF2B5EF4-FFF2-40B4-BE49-F238E27FC236}">
                <a16:creationId xmlns:a16="http://schemas.microsoft.com/office/drawing/2014/main" id="{2C552B92-0DA1-E6E6-C214-627F5E0C99F4}"/>
              </a:ext>
            </a:extLst>
          </p:cNvPr>
          <p:cNvPicPr>
            <a:picLocks noChangeAspect="1"/>
          </p:cNvPicPr>
          <p:nvPr/>
        </p:nvPicPr>
        <p:blipFill>
          <a:blip r:embed="rId3"/>
          <a:stretch>
            <a:fillRect/>
          </a:stretch>
        </p:blipFill>
        <p:spPr>
          <a:xfrm>
            <a:off x="0" y="1143000"/>
            <a:ext cx="8128000" cy="4572000"/>
          </a:xfrm>
          <a:prstGeom prst="rect">
            <a:avLst/>
          </a:prstGeom>
        </p:spPr>
      </p:pic>
    </p:spTree>
    <p:extLst>
      <p:ext uri="{BB962C8B-B14F-4D97-AF65-F5344CB8AC3E}">
        <p14:creationId xmlns:p14="http://schemas.microsoft.com/office/powerpoint/2010/main" val="677627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411" name="Rectangle 2410">
            <a:extLst>
              <a:ext uri="{FF2B5EF4-FFF2-40B4-BE49-F238E27FC236}">
                <a16:creationId xmlns:a16="http://schemas.microsoft.com/office/drawing/2014/main" id="{81B8861F-3CEB-2CD2-B97E-194D9943DA35}"/>
              </a:ext>
            </a:extLst>
          </p:cNvPr>
          <p:cNvSpPr/>
          <p:nvPr/>
        </p:nvSpPr>
        <p:spPr>
          <a:xfrm>
            <a:off x="457200" y="48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panose="020B0502040204020203" pitchFamily="34" charset="0"/>
              </a:rPr>
              <a:t>CAPABILITY 05 OF 09  ·  SECURITY &amp; SAFETY</a:t>
            </a:r>
          </a:p>
          <a:p>
            <a:pPr algn="l">
              <a:buNone/>
            </a:pPr>
            <a:r>
              <a:rPr lang="en-US" sz="100">
                <a:effectLst/>
              </a:rPr>
              <a:t> </a:t>
            </a:r>
            <a:endParaRPr lang="en-US"/>
          </a:p>
        </p:txBody>
      </p:sp>
      <p:sp>
        <p:nvSpPr>
          <p:cNvPr id="2445" name="Rectangle 2444">
            <a:extLst>
              <a:ext uri="{FF2B5EF4-FFF2-40B4-BE49-F238E27FC236}">
                <a16:creationId xmlns:a16="http://schemas.microsoft.com/office/drawing/2014/main" id="{A3A316DD-64FB-068C-18E3-E83727468DBD}"/>
              </a:ext>
            </a:extLst>
          </p:cNvPr>
          <p:cNvSpPr/>
          <p:nvPr/>
        </p:nvSpPr>
        <p:spPr>
          <a:xfrm>
            <a:off x="8382000" y="1143000"/>
            <a:ext cx="3352800" cy="1640916"/>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80" name="Rectangle 2479">
            <a:extLst>
              <a:ext uri="{FF2B5EF4-FFF2-40B4-BE49-F238E27FC236}">
                <a16:creationId xmlns:a16="http://schemas.microsoft.com/office/drawing/2014/main" id="{7B11F734-1C9C-FEA1-DDB3-5F02557338C4}"/>
              </a:ext>
            </a:extLst>
          </p:cNvPr>
          <p:cNvSpPr/>
          <p:nvPr/>
        </p:nvSpPr>
        <p:spPr>
          <a:xfrm>
            <a:off x="8532000" y="1243000"/>
            <a:ext cx="3052800" cy="14409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WHAT IT DOES</a:t>
            </a:r>
          </a:p>
          <a:p>
            <a:pPr algn="l">
              <a:buNone/>
            </a:pPr>
            <a:r>
              <a:rPr lang="en-US" sz="1400">
                <a:solidFill>
                  <a:srgbClr val="162947"/>
                </a:solidFill>
                <a:effectLst/>
                <a:latin typeface="Segoe UI" panose="020B0502040204020203" pitchFamily="34" charset="0"/>
              </a:rPr>
              <a:t>Screens prompts, and optionally responses, with Azure AI Content Safety: harm categories, Prompt Shields, blocklists.</a:t>
            </a:r>
            <a:endParaRPr lang="en-US"/>
          </a:p>
        </p:txBody>
      </p:sp>
      <p:sp>
        <p:nvSpPr>
          <p:cNvPr id="2516" name="Rectangle 2515">
            <a:extLst>
              <a:ext uri="{FF2B5EF4-FFF2-40B4-BE49-F238E27FC236}">
                <a16:creationId xmlns:a16="http://schemas.microsoft.com/office/drawing/2014/main" id="{F92B14F8-3047-F917-EF4A-82A4FB0746F0}"/>
              </a:ext>
            </a:extLst>
          </p:cNvPr>
          <p:cNvSpPr/>
          <p:nvPr/>
        </p:nvSpPr>
        <p:spPr>
          <a:xfrm>
            <a:off x="8382000" y="2933916"/>
            <a:ext cx="3352800" cy="1424000"/>
          </a:xfrm>
          <a:prstGeom prst="rect">
            <a:avLst/>
          </a:prstGeom>
          <a:solidFill>
            <a:srgbClr val="FFFFFF"/>
          </a:solidFill>
          <a:ln w="15875">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53" name="Rectangle 2552">
            <a:extLst>
              <a:ext uri="{FF2B5EF4-FFF2-40B4-BE49-F238E27FC236}">
                <a16:creationId xmlns:a16="http://schemas.microsoft.com/office/drawing/2014/main" id="{0764C444-7DFA-EBEC-9B37-A350838DAFD8}"/>
              </a:ext>
            </a:extLst>
          </p:cNvPr>
          <p:cNvSpPr/>
          <p:nvPr/>
        </p:nvSpPr>
        <p:spPr>
          <a:xfrm>
            <a:off x="8532000" y="3033916"/>
            <a:ext cx="3052800" cy="1224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WHY IT MATTERS FOR INBURSA</a:t>
            </a:r>
          </a:p>
          <a:p>
            <a:pPr algn="l">
              <a:buNone/>
            </a:pPr>
            <a:r>
              <a:rPr lang="en-US" sz="1400">
                <a:solidFill>
                  <a:srgbClr val="162947"/>
                </a:solidFill>
                <a:effectLst/>
                <a:latin typeface="Segoe UI" panose="020B0502040204020203" pitchFamily="34" charset="0"/>
              </a:rPr>
              <a:t>Flagged jailbreak or injection attempts get a 403, so the model never receives them.</a:t>
            </a:r>
            <a:endParaRPr lang="en-US"/>
          </a:p>
        </p:txBody>
      </p:sp>
      <p:sp>
        <p:nvSpPr>
          <p:cNvPr id="2591" name="Rectangle 2590">
            <a:extLst>
              <a:ext uri="{FF2B5EF4-FFF2-40B4-BE49-F238E27FC236}">
                <a16:creationId xmlns:a16="http://schemas.microsoft.com/office/drawing/2014/main" id="{3CAAC2A2-05C2-B0D3-A30B-3B0828D70737}"/>
              </a:ext>
            </a:extLst>
          </p:cNvPr>
          <p:cNvSpPr/>
          <p:nvPr/>
        </p:nvSpPr>
        <p:spPr>
          <a:xfrm>
            <a:off x="8382000" y="4507916"/>
            <a:ext cx="3352800" cy="1207084"/>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30" name="Rectangle 2629">
            <a:extLst>
              <a:ext uri="{FF2B5EF4-FFF2-40B4-BE49-F238E27FC236}">
                <a16:creationId xmlns:a16="http://schemas.microsoft.com/office/drawing/2014/main" id="{2FB29E1D-F6F4-2BD6-444D-E5AA3C83BC6A}"/>
              </a:ext>
            </a:extLst>
          </p:cNvPr>
          <p:cNvSpPr/>
          <p:nvPr/>
        </p:nvSpPr>
        <p:spPr>
          <a:xfrm>
            <a:off x="8532000" y="4607916"/>
            <a:ext cx="3052800" cy="100708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ENABLED BY</a:t>
            </a:r>
          </a:p>
          <a:p>
            <a:pPr algn="l">
              <a:buNone/>
            </a:pPr>
            <a:r>
              <a:rPr lang="en-US" sz="1400">
                <a:solidFill>
                  <a:srgbClr val="162947"/>
                </a:solidFill>
                <a:effectLst/>
                <a:latin typeface="Segoe UI" panose="020B0502040204020203" pitchFamily="34" charset="0"/>
              </a:rPr>
              <a:t>llm-content-safety policy · complements model content filters and app controls</a:t>
            </a:r>
            <a:endParaRPr lang="en-US"/>
          </a:p>
        </p:txBody>
      </p:sp>
      <p:sp>
        <p:nvSpPr>
          <p:cNvPr id="2670" name="Rectangle 2669">
            <a:extLst>
              <a:ext uri="{FF2B5EF4-FFF2-40B4-BE49-F238E27FC236}">
                <a16:creationId xmlns:a16="http://schemas.microsoft.com/office/drawing/2014/main" id="{5E93D6FB-110A-98FB-4C06-BF2566D8F602}"/>
              </a:ext>
            </a:extLst>
          </p:cNvPr>
          <p:cNvSpPr/>
          <p:nvPr/>
        </p:nvSpPr>
        <p:spPr>
          <a:xfrm>
            <a:off x="457200" y="6020000"/>
            <a:ext cx="11277600" cy="3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A5A72"/>
                </a:solidFill>
                <a:effectLst/>
                <a:latin typeface="Segoe UI" panose="020B0502040204020203" pitchFamily="34" charset="0"/>
              </a:rPr>
              <a:t>Categories, severity thresholds and custom blocklists are configured per API.</a:t>
            </a:r>
          </a:p>
          <a:p>
            <a:pPr algn="l">
              <a:buNone/>
            </a:pPr>
            <a:r>
              <a:rPr lang="en-US" sz="100">
                <a:effectLst/>
              </a:rPr>
              <a:t> </a:t>
            </a:r>
            <a:endParaRPr lang="en-US"/>
          </a:p>
        </p:txBody>
      </p:sp>
      <p:pic>
        <p:nvPicPr>
          <p:cNvPr id="4484" name="Picture 4483" descr="Animated diagram: Prompt &amp; content validation in the Inbursa AI gateway architecture (fictional scenario, illustrative values).">
            <a:extLst>
              <a:ext uri="{FF2B5EF4-FFF2-40B4-BE49-F238E27FC236}">
                <a16:creationId xmlns:a16="http://schemas.microsoft.com/office/drawing/2014/main" id="{E7E26AEE-DE51-E7B0-5DE8-DCC3FBCE987C}"/>
              </a:ext>
            </a:extLst>
          </p:cNvPr>
          <p:cNvPicPr>
            <a:picLocks noChangeAspect="1"/>
          </p:cNvPicPr>
          <p:nvPr/>
        </p:nvPicPr>
        <p:blipFill>
          <a:blip r:embed="rId3"/>
          <a:stretch>
            <a:fillRect/>
          </a:stretch>
        </p:blipFill>
        <p:spPr>
          <a:xfrm>
            <a:off x="0" y="1143000"/>
            <a:ext cx="8128000" cy="4572000"/>
          </a:xfrm>
          <a:prstGeom prst="rect">
            <a:avLst/>
          </a:prstGeom>
        </p:spPr>
      </p:pic>
    </p:spTree>
    <p:extLst>
      <p:ext uri="{BB962C8B-B14F-4D97-AF65-F5344CB8AC3E}">
        <p14:creationId xmlns:p14="http://schemas.microsoft.com/office/powerpoint/2010/main" val="3500087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711" name="Rectangle 2710">
            <a:extLst>
              <a:ext uri="{FF2B5EF4-FFF2-40B4-BE49-F238E27FC236}">
                <a16:creationId xmlns:a16="http://schemas.microsoft.com/office/drawing/2014/main" id="{4DFC6452-B766-D56D-2E08-82C7D4736F10}"/>
              </a:ext>
            </a:extLst>
          </p:cNvPr>
          <p:cNvSpPr/>
          <p:nvPr/>
        </p:nvSpPr>
        <p:spPr>
          <a:xfrm>
            <a:off x="457200" y="48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panose="020B0502040204020203" pitchFamily="34" charset="0"/>
              </a:rPr>
              <a:t>CAPABILITY 06 OF 09  ·  SECURITY &amp; SAFETY</a:t>
            </a:r>
          </a:p>
          <a:p>
            <a:pPr algn="l">
              <a:buNone/>
            </a:pPr>
            <a:r>
              <a:rPr lang="en-US" sz="100">
                <a:effectLst/>
              </a:rPr>
              <a:t> </a:t>
            </a:r>
            <a:endParaRPr lang="en-US"/>
          </a:p>
        </p:txBody>
      </p:sp>
      <p:sp>
        <p:nvSpPr>
          <p:cNvPr id="2753" name="Rectangle 2752">
            <a:extLst>
              <a:ext uri="{FF2B5EF4-FFF2-40B4-BE49-F238E27FC236}">
                <a16:creationId xmlns:a16="http://schemas.microsoft.com/office/drawing/2014/main" id="{E125FA6B-E588-630D-D9CD-45535FD75503}"/>
              </a:ext>
            </a:extLst>
          </p:cNvPr>
          <p:cNvSpPr/>
          <p:nvPr/>
        </p:nvSpPr>
        <p:spPr>
          <a:xfrm>
            <a:off x="8382000" y="1143000"/>
            <a:ext cx="3352800" cy="1496305"/>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96" name="Rectangle 2795">
            <a:extLst>
              <a:ext uri="{FF2B5EF4-FFF2-40B4-BE49-F238E27FC236}">
                <a16:creationId xmlns:a16="http://schemas.microsoft.com/office/drawing/2014/main" id="{34455DA5-6F6D-742B-9D08-B0A84DA49A8B}"/>
              </a:ext>
            </a:extLst>
          </p:cNvPr>
          <p:cNvSpPr/>
          <p:nvPr/>
        </p:nvSpPr>
        <p:spPr>
          <a:xfrm>
            <a:off x="8532000" y="1243000"/>
            <a:ext cx="3052800" cy="129630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WHAT IT DOES</a:t>
            </a:r>
          </a:p>
          <a:p>
            <a:pPr algn="l">
              <a:buNone/>
            </a:pPr>
            <a:r>
              <a:rPr lang="en-US" sz="1400">
                <a:solidFill>
                  <a:srgbClr val="162947"/>
                </a:solidFill>
                <a:effectLst/>
                <a:latin typeface="Segoe UI" panose="020B0502040204020203" pitchFamily="34" charset="0"/>
              </a:rPr>
              <a:t>A custom policy calls Azure AI Language PII detection and masks entities, e.g. [PERSON], [PHONE].</a:t>
            </a:r>
            <a:endParaRPr lang="en-US"/>
          </a:p>
        </p:txBody>
      </p:sp>
      <p:sp>
        <p:nvSpPr>
          <p:cNvPr id="2840" name="Rectangle 2839">
            <a:extLst>
              <a:ext uri="{FF2B5EF4-FFF2-40B4-BE49-F238E27FC236}">
                <a16:creationId xmlns:a16="http://schemas.microsoft.com/office/drawing/2014/main" id="{1CA7EF2E-6F30-A89E-550D-D043B91DAF0F}"/>
              </a:ext>
            </a:extLst>
          </p:cNvPr>
          <p:cNvSpPr/>
          <p:nvPr/>
        </p:nvSpPr>
        <p:spPr>
          <a:xfrm>
            <a:off x="8382000" y="2789305"/>
            <a:ext cx="3352800" cy="1496305"/>
          </a:xfrm>
          <a:prstGeom prst="rect">
            <a:avLst/>
          </a:prstGeom>
          <a:solidFill>
            <a:srgbClr val="FFFFFF"/>
          </a:solidFill>
          <a:ln w="15875">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85" name="Rectangle 2884">
            <a:extLst>
              <a:ext uri="{FF2B5EF4-FFF2-40B4-BE49-F238E27FC236}">
                <a16:creationId xmlns:a16="http://schemas.microsoft.com/office/drawing/2014/main" id="{E45DCD61-FEFC-7E3F-5B5F-2A04052C4BD2}"/>
              </a:ext>
            </a:extLst>
          </p:cNvPr>
          <p:cNvSpPr/>
          <p:nvPr/>
        </p:nvSpPr>
        <p:spPr>
          <a:xfrm>
            <a:off x="8532000" y="2889305"/>
            <a:ext cx="3052800" cy="129630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WHY IT MATTERS FOR INBURSA</a:t>
            </a:r>
          </a:p>
          <a:p>
            <a:pPr algn="l">
              <a:buNone/>
            </a:pPr>
            <a:r>
              <a:rPr lang="en-US" sz="1400">
                <a:solidFill>
                  <a:srgbClr val="162947"/>
                </a:solidFill>
                <a:effectLst/>
                <a:latin typeface="Segoe UI" panose="020B0502040204020203" pitchFamily="34" charset="0"/>
              </a:rPr>
              <a:t>Personal data is masked before it reaches the model; logs keep only the redacted text.</a:t>
            </a:r>
            <a:endParaRPr lang="en-US"/>
          </a:p>
        </p:txBody>
      </p:sp>
      <p:sp>
        <p:nvSpPr>
          <p:cNvPr id="2931" name="Rectangle 2930">
            <a:extLst>
              <a:ext uri="{FF2B5EF4-FFF2-40B4-BE49-F238E27FC236}">
                <a16:creationId xmlns:a16="http://schemas.microsoft.com/office/drawing/2014/main" id="{B9C470C8-FA26-B885-9599-68BE02961971}"/>
              </a:ext>
            </a:extLst>
          </p:cNvPr>
          <p:cNvSpPr/>
          <p:nvPr/>
        </p:nvSpPr>
        <p:spPr>
          <a:xfrm>
            <a:off x="8382000" y="4435610"/>
            <a:ext cx="3352800" cy="1279389"/>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78" name="Rectangle 2977">
            <a:extLst>
              <a:ext uri="{FF2B5EF4-FFF2-40B4-BE49-F238E27FC236}">
                <a16:creationId xmlns:a16="http://schemas.microsoft.com/office/drawing/2014/main" id="{0709CBA5-BE96-8E7B-D65F-41D34A71438B}"/>
              </a:ext>
            </a:extLst>
          </p:cNvPr>
          <p:cNvSpPr/>
          <p:nvPr/>
        </p:nvSpPr>
        <p:spPr>
          <a:xfrm>
            <a:off x="8532000" y="4535610"/>
            <a:ext cx="3052800" cy="107938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ENABLED BY</a:t>
            </a:r>
          </a:p>
          <a:p>
            <a:pPr algn="l">
              <a:buNone/>
            </a:pPr>
            <a:r>
              <a:rPr lang="en-US" sz="1400">
                <a:solidFill>
                  <a:srgbClr val="162947"/>
                </a:solidFill>
                <a:effectLst/>
                <a:latin typeface="Segoe UI" panose="020B0502040204020203" pitchFamily="34" charset="0"/>
              </a:rPr>
              <a:t>Custom policy pattern (send-request + set-body), not a built-in policy</a:t>
            </a:r>
            <a:endParaRPr lang="en-US"/>
          </a:p>
        </p:txBody>
      </p:sp>
      <p:sp>
        <p:nvSpPr>
          <p:cNvPr id="3026" name="Rectangle 3025">
            <a:extLst>
              <a:ext uri="{FF2B5EF4-FFF2-40B4-BE49-F238E27FC236}">
                <a16:creationId xmlns:a16="http://schemas.microsoft.com/office/drawing/2014/main" id="{F475F705-386F-1108-3116-71F5FA5C7D53}"/>
              </a:ext>
            </a:extLst>
          </p:cNvPr>
          <p:cNvSpPr/>
          <p:nvPr/>
        </p:nvSpPr>
        <p:spPr>
          <a:xfrm>
            <a:off x="457200" y="6020000"/>
            <a:ext cx="11277600" cy="3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A5A72"/>
                </a:solidFill>
                <a:effectLst/>
                <a:latin typeface="Segoe UI" panose="020B0502040204020203" pitchFamily="34" charset="0"/>
              </a:rPr>
              <a:t>PII masking is a custom pattern; it complements DLP, data classification and app-level controls.</a:t>
            </a:r>
          </a:p>
          <a:p>
            <a:pPr algn="l">
              <a:buNone/>
            </a:pPr>
            <a:r>
              <a:rPr lang="en-US" sz="100">
                <a:effectLst/>
              </a:rPr>
              <a:t> </a:t>
            </a:r>
            <a:endParaRPr lang="en-US"/>
          </a:p>
        </p:txBody>
      </p:sp>
      <p:pic>
        <p:nvPicPr>
          <p:cNvPr id="4485" name="Picture 4484" descr="Animated diagram: Sensitive data protection in the Inbursa AI gateway architecture (fictional scenario, illustrative values).">
            <a:extLst>
              <a:ext uri="{FF2B5EF4-FFF2-40B4-BE49-F238E27FC236}">
                <a16:creationId xmlns:a16="http://schemas.microsoft.com/office/drawing/2014/main" id="{DE7E12E0-A19D-7180-1876-BC33A778B2BF}"/>
              </a:ext>
            </a:extLst>
          </p:cNvPr>
          <p:cNvPicPr>
            <a:picLocks noChangeAspect="1"/>
          </p:cNvPicPr>
          <p:nvPr/>
        </p:nvPicPr>
        <p:blipFill>
          <a:blip r:embed="rId3"/>
          <a:stretch>
            <a:fillRect/>
          </a:stretch>
        </p:blipFill>
        <p:spPr>
          <a:xfrm>
            <a:off x="0" y="1143000"/>
            <a:ext cx="8128000" cy="4572000"/>
          </a:xfrm>
          <a:prstGeom prst="rect">
            <a:avLst/>
          </a:prstGeom>
        </p:spPr>
      </p:pic>
    </p:spTree>
    <p:extLst>
      <p:ext uri="{BB962C8B-B14F-4D97-AF65-F5344CB8AC3E}">
        <p14:creationId xmlns:p14="http://schemas.microsoft.com/office/powerpoint/2010/main" val="1947683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3075" name="Rectangle 3074">
            <a:extLst>
              <a:ext uri="{FF2B5EF4-FFF2-40B4-BE49-F238E27FC236}">
                <a16:creationId xmlns:a16="http://schemas.microsoft.com/office/drawing/2014/main" id="{930E0C6F-CEE3-1A90-91D7-0244D7C153E8}"/>
              </a:ext>
            </a:extLst>
          </p:cNvPr>
          <p:cNvSpPr/>
          <p:nvPr/>
        </p:nvSpPr>
        <p:spPr>
          <a:xfrm>
            <a:off x="457200" y="48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panose="020B0502040204020203" pitchFamily="34" charset="0"/>
              </a:rPr>
              <a:t>CAPABILITY 07 OF 09  ·  SCALE &amp; RESILIENCE</a:t>
            </a:r>
          </a:p>
          <a:p>
            <a:pPr algn="l">
              <a:buNone/>
            </a:pPr>
            <a:r>
              <a:rPr lang="en-US" sz="100">
                <a:effectLst/>
              </a:rPr>
              <a:t> </a:t>
            </a:r>
            <a:endParaRPr lang="en-US"/>
          </a:p>
        </p:txBody>
      </p:sp>
      <p:sp>
        <p:nvSpPr>
          <p:cNvPr id="3125" name="Rectangle 3124">
            <a:extLst>
              <a:ext uri="{FF2B5EF4-FFF2-40B4-BE49-F238E27FC236}">
                <a16:creationId xmlns:a16="http://schemas.microsoft.com/office/drawing/2014/main" id="{AE60FE8D-C838-2709-FD10-1BCBB0DA6512}"/>
              </a:ext>
            </a:extLst>
          </p:cNvPr>
          <p:cNvSpPr/>
          <p:nvPr/>
        </p:nvSpPr>
        <p:spPr>
          <a:xfrm>
            <a:off x="8382000" y="1143000"/>
            <a:ext cx="3352800" cy="1424000"/>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76" name="Rectangle 3175">
            <a:extLst>
              <a:ext uri="{FF2B5EF4-FFF2-40B4-BE49-F238E27FC236}">
                <a16:creationId xmlns:a16="http://schemas.microsoft.com/office/drawing/2014/main" id="{A4C6B70F-FB84-6291-01E7-3BD32F9A2B10}"/>
              </a:ext>
            </a:extLst>
          </p:cNvPr>
          <p:cNvSpPr/>
          <p:nvPr/>
        </p:nvSpPr>
        <p:spPr>
          <a:xfrm>
            <a:off x="8532000" y="1243000"/>
            <a:ext cx="3052800" cy="1224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WHAT IT DOES</a:t>
            </a:r>
          </a:p>
          <a:p>
            <a:pPr algn="l">
              <a:buNone/>
            </a:pPr>
            <a:r>
              <a:rPr lang="en-US" sz="1400">
                <a:solidFill>
                  <a:srgbClr val="162947"/>
                </a:solidFill>
                <a:effectLst/>
                <a:latin typeface="Segoe UI" panose="020B0502040204020203" pitchFamily="34" charset="0"/>
              </a:rPr>
              <a:t>Embeds each prompt and looks up similar ones in Azure Managed Redis; a hit returns the cached answer.</a:t>
            </a:r>
            <a:endParaRPr lang="en-US"/>
          </a:p>
        </p:txBody>
      </p:sp>
      <p:sp>
        <p:nvSpPr>
          <p:cNvPr id="3228" name="Rectangle 3227">
            <a:extLst>
              <a:ext uri="{FF2B5EF4-FFF2-40B4-BE49-F238E27FC236}">
                <a16:creationId xmlns:a16="http://schemas.microsoft.com/office/drawing/2014/main" id="{EE71CEF2-B905-ED9D-1D9B-83011F671681}"/>
              </a:ext>
            </a:extLst>
          </p:cNvPr>
          <p:cNvSpPr/>
          <p:nvPr/>
        </p:nvSpPr>
        <p:spPr>
          <a:xfrm>
            <a:off x="8382000" y="2717000"/>
            <a:ext cx="3352800" cy="1424000"/>
          </a:xfrm>
          <a:prstGeom prst="rect">
            <a:avLst/>
          </a:prstGeom>
          <a:solidFill>
            <a:srgbClr val="FFFFFF"/>
          </a:solidFill>
          <a:ln w="15875">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81" name="Rectangle 3280">
            <a:extLst>
              <a:ext uri="{FF2B5EF4-FFF2-40B4-BE49-F238E27FC236}">
                <a16:creationId xmlns:a16="http://schemas.microsoft.com/office/drawing/2014/main" id="{67C67436-EC13-F0CC-668E-D567AD8098E2}"/>
              </a:ext>
            </a:extLst>
          </p:cNvPr>
          <p:cNvSpPr/>
          <p:nvPr/>
        </p:nvSpPr>
        <p:spPr>
          <a:xfrm>
            <a:off x="8532000" y="2817000"/>
            <a:ext cx="3052800" cy="1224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WHY IT MATTERS FOR INBURSA</a:t>
            </a:r>
          </a:p>
          <a:p>
            <a:pPr algn="l">
              <a:buNone/>
            </a:pPr>
            <a:r>
              <a:rPr lang="en-US" sz="1400">
                <a:solidFill>
                  <a:srgbClr val="162947"/>
                </a:solidFill>
                <a:effectLst/>
                <a:latin typeface="Segoe UI" panose="020B0502040204020203" pitchFamily="34" charset="0"/>
              </a:rPr>
              <a:t>Faster answers to repeat questions (illustrative ~0.3 s vs ~2.4 s) with no completion tokens.</a:t>
            </a:r>
            <a:endParaRPr lang="en-US"/>
          </a:p>
        </p:txBody>
      </p:sp>
      <p:sp>
        <p:nvSpPr>
          <p:cNvPr id="3335" name="Rectangle 3334">
            <a:extLst>
              <a:ext uri="{FF2B5EF4-FFF2-40B4-BE49-F238E27FC236}">
                <a16:creationId xmlns:a16="http://schemas.microsoft.com/office/drawing/2014/main" id="{2C816A54-2B28-7764-0D73-25F1E25F0A7C}"/>
              </a:ext>
            </a:extLst>
          </p:cNvPr>
          <p:cNvSpPr/>
          <p:nvPr/>
        </p:nvSpPr>
        <p:spPr>
          <a:xfrm>
            <a:off x="8382000" y="4291000"/>
            <a:ext cx="3352800" cy="1424000"/>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90" name="Rectangle 3389">
            <a:extLst>
              <a:ext uri="{FF2B5EF4-FFF2-40B4-BE49-F238E27FC236}">
                <a16:creationId xmlns:a16="http://schemas.microsoft.com/office/drawing/2014/main" id="{52F80A4F-4AD9-9972-765A-916532405AD5}"/>
              </a:ext>
            </a:extLst>
          </p:cNvPr>
          <p:cNvSpPr/>
          <p:nvPr/>
        </p:nvSpPr>
        <p:spPr>
          <a:xfrm>
            <a:off x="8532000" y="4391000"/>
            <a:ext cx="3052800" cy="1224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ENABLED BY</a:t>
            </a:r>
          </a:p>
          <a:p>
            <a:pPr algn="l">
              <a:buNone/>
            </a:pPr>
            <a:r>
              <a:rPr lang="en-US" sz="1400">
                <a:solidFill>
                  <a:srgbClr val="162947"/>
                </a:solidFill>
                <a:effectLst/>
                <a:latin typeface="Segoe UI" panose="020B0502040204020203" pitchFamily="34" charset="0"/>
              </a:rPr>
              <a:t>llm-semantic-cache-lookup / -store · Azure Managed Redis (RediSearch) · embeddings deployment</a:t>
            </a:r>
            <a:endParaRPr lang="en-US"/>
          </a:p>
        </p:txBody>
      </p:sp>
      <p:sp>
        <p:nvSpPr>
          <p:cNvPr id="3446" name="Rectangle 3445">
            <a:extLst>
              <a:ext uri="{FF2B5EF4-FFF2-40B4-BE49-F238E27FC236}">
                <a16:creationId xmlns:a16="http://schemas.microsoft.com/office/drawing/2014/main" id="{F2745807-3577-0E3C-343E-9D431574C9D2}"/>
              </a:ext>
            </a:extLst>
          </p:cNvPr>
          <p:cNvSpPr/>
          <p:nvPr/>
        </p:nvSpPr>
        <p:spPr>
          <a:xfrm>
            <a:off x="457200" y="6020000"/>
            <a:ext cx="11277600" cy="3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A5A72"/>
                </a:solidFill>
                <a:effectLst/>
                <a:latin typeface="Segoe UI" panose="020B0502040204020203" pitchFamily="34" charset="0"/>
              </a:rPr>
              <a:t>Latencies and the 0.95 similarity threshold are illustrative. Scope cache keys so personalised answers are never shared.</a:t>
            </a:r>
          </a:p>
          <a:p>
            <a:pPr algn="l">
              <a:buNone/>
            </a:pPr>
            <a:r>
              <a:rPr lang="en-US" sz="100">
                <a:effectLst/>
              </a:rPr>
              <a:t> </a:t>
            </a:r>
            <a:endParaRPr lang="en-US"/>
          </a:p>
        </p:txBody>
      </p:sp>
      <p:pic>
        <p:nvPicPr>
          <p:cNvPr id="4486" name="Picture 4485" descr="Animated diagram: Response caching &amp; latency in the Inbursa AI gateway architecture (fictional scenario, illustrative values).">
            <a:extLst>
              <a:ext uri="{FF2B5EF4-FFF2-40B4-BE49-F238E27FC236}">
                <a16:creationId xmlns:a16="http://schemas.microsoft.com/office/drawing/2014/main" id="{9AC31F5E-FA1D-869E-2794-5F9F4C67D939}"/>
              </a:ext>
            </a:extLst>
          </p:cNvPr>
          <p:cNvPicPr>
            <a:picLocks noChangeAspect="1"/>
          </p:cNvPicPr>
          <p:nvPr/>
        </p:nvPicPr>
        <p:blipFill>
          <a:blip r:embed="rId3"/>
          <a:stretch>
            <a:fillRect/>
          </a:stretch>
        </p:blipFill>
        <p:spPr>
          <a:xfrm>
            <a:off x="0" y="1143000"/>
            <a:ext cx="8128000" cy="4572000"/>
          </a:xfrm>
          <a:prstGeom prst="rect">
            <a:avLst/>
          </a:prstGeom>
        </p:spPr>
      </p:pic>
    </p:spTree>
    <p:extLst>
      <p:ext uri="{BB962C8B-B14F-4D97-AF65-F5344CB8AC3E}">
        <p14:creationId xmlns:p14="http://schemas.microsoft.com/office/powerpoint/2010/main" val="1757238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3503" name="Rectangle 3502">
            <a:extLst>
              <a:ext uri="{FF2B5EF4-FFF2-40B4-BE49-F238E27FC236}">
                <a16:creationId xmlns:a16="http://schemas.microsoft.com/office/drawing/2014/main" id="{2E2E9E31-C4A8-FC7D-B6B0-E5FDED5C4673}"/>
              </a:ext>
            </a:extLst>
          </p:cNvPr>
          <p:cNvSpPr/>
          <p:nvPr/>
        </p:nvSpPr>
        <p:spPr>
          <a:xfrm>
            <a:off x="457200" y="48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panose="020B0502040204020203" pitchFamily="34" charset="0"/>
              </a:rPr>
              <a:t>CAPABILITY 08 OF 09  ·  VISIBILITY &amp; GOVERNANCE</a:t>
            </a:r>
          </a:p>
          <a:p>
            <a:pPr algn="l">
              <a:buNone/>
            </a:pPr>
            <a:r>
              <a:rPr lang="en-US" sz="100">
                <a:effectLst/>
              </a:rPr>
              <a:t> </a:t>
            </a:r>
            <a:endParaRPr lang="en-US"/>
          </a:p>
        </p:txBody>
      </p:sp>
      <p:sp>
        <p:nvSpPr>
          <p:cNvPr id="3561" name="Rectangle 3560">
            <a:extLst>
              <a:ext uri="{FF2B5EF4-FFF2-40B4-BE49-F238E27FC236}">
                <a16:creationId xmlns:a16="http://schemas.microsoft.com/office/drawing/2014/main" id="{A13FFE91-BDBA-40B5-6640-720C9AAAB39E}"/>
              </a:ext>
            </a:extLst>
          </p:cNvPr>
          <p:cNvSpPr/>
          <p:nvPr/>
        </p:nvSpPr>
        <p:spPr>
          <a:xfrm>
            <a:off x="8382000" y="1143000"/>
            <a:ext cx="3352800" cy="1424000"/>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20" name="Rectangle 3619">
            <a:extLst>
              <a:ext uri="{FF2B5EF4-FFF2-40B4-BE49-F238E27FC236}">
                <a16:creationId xmlns:a16="http://schemas.microsoft.com/office/drawing/2014/main" id="{53D05504-4E49-67E2-F72F-7B0F2F8A7974}"/>
              </a:ext>
            </a:extLst>
          </p:cNvPr>
          <p:cNvSpPr/>
          <p:nvPr/>
        </p:nvSpPr>
        <p:spPr>
          <a:xfrm>
            <a:off x="8532000" y="1243000"/>
            <a:ext cx="3052800" cy="1224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WHAT IT DOES</a:t>
            </a:r>
          </a:p>
          <a:p>
            <a:pPr algn="l">
              <a:buNone/>
            </a:pPr>
            <a:r>
              <a:rPr lang="en-US" sz="1400">
                <a:solidFill>
                  <a:srgbClr val="162947"/>
                </a:solidFill>
                <a:effectLst/>
                <a:latin typeface="Segoe UI" panose="020B0502040204020203" pitchFamily="34" charset="0"/>
              </a:rPr>
              <a:t>Emits prompt, completion and total token metrics per channel, app, API and subscription.</a:t>
            </a:r>
            <a:endParaRPr lang="en-US"/>
          </a:p>
        </p:txBody>
      </p:sp>
      <p:sp>
        <p:nvSpPr>
          <p:cNvPr id="3680" name="Rectangle 3679">
            <a:extLst>
              <a:ext uri="{FF2B5EF4-FFF2-40B4-BE49-F238E27FC236}">
                <a16:creationId xmlns:a16="http://schemas.microsoft.com/office/drawing/2014/main" id="{E6308300-180E-231F-8C86-00CC293B515E}"/>
              </a:ext>
            </a:extLst>
          </p:cNvPr>
          <p:cNvSpPr/>
          <p:nvPr/>
        </p:nvSpPr>
        <p:spPr>
          <a:xfrm>
            <a:off x="8382000" y="2717000"/>
            <a:ext cx="3352800" cy="1424000"/>
          </a:xfrm>
          <a:prstGeom prst="rect">
            <a:avLst/>
          </a:prstGeom>
          <a:solidFill>
            <a:srgbClr val="FFFFFF"/>
          </a:solidFill>
          <a:ln w="15875">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41" name="Rectangle 3740">
            <a:extLst>
              <a:ext uri="{FF2B5EF4-FFF2-40B4-BE49-F238E27FC236}">
                <a16:creationId xmlns:a16="http://schemas.microsoft.com/office/drawing/2014/main" id="{DA5C22EA-E3EF-F3FF-97BE-A97CE6292248}"/>
              </a:ext>
            </a:extLst>
          </p:cNvPr>
          <p:cNvSpPr/>
          <p:nvPr/>
        </p:nvSpPr>
        <p:spPr>
          <a:xfrm>
            <a:off x="8532000" y="2817000"/>
            <a:ext cx="3052800" cy="1224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WHY IT MATTERS FOR INBURSA</a:t>
            </a:r>
          </a:p>
          <a:p>
            <a:pPr algn="l">
              <a:buNone/>
            </a:pPr>
            <a:r>
              <a:rPr lang="en-US" sz="1400">
                <a:solidFill>
                  <a:srgbClr val="162947"/>
                </a:solidFill>
                <a:effectLst/>
                <a:latin typeface="Segoe UI" panose="020B0502040204020203" pitchFamily="34" charset="0"/>
              </a:rPr>
              <a:t>Powers FinOps dashboards, budgets, alerts and chargeback by business line.</a:t>
            </a:r>
            <a:endParaRPr lang="en-US"/>
          </a:p>
        </p:txBody>
      </p:sp>
      <p:sp>
        <p:nvSpPr>
          <p:cNvPr id="3803" name="Rectangle 3802">
            <a:extLst>
              <a:ext uri="{FF2B5EF4-FFF2-40B4-BE49-F238E27FC236}">
                <a16:creationId xmlns:a16="http://schemas.microsoft.com/office/drawing/2014/main" id="{9DA0483B-D5DC-4B18-62CE-2E0383A26161}"/>
              </a:ext>
            </a:extLst>
          </p:cNvPr>
          <p:cNvSpPr/>
          <p:nvPr/>
        </p:nvSpPr>
        <p:spPr>
          <a:xfrm>
            <a:off x="8382000" y="4291000"/>
            <a:ext cx="3352800" cy="1424000"/>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66" name="Rectangle 3865">
            <a:extLst>
              <a:ext uri="{FF2B5EF4-FFF2-40B4-BE49-F238E27FC236}">
                <a16:creationId xmlns:a16="http://schemas.microsoft.com/office/drawing/2014/main" id="{5F12970D-E1AB-501C-A817-0068CA31F6CF}"/>
              </a:ext>
            </a:extLst>
          </p:cNvPr>
          <p:cNvSpPr/>
          <p:nvPr/>
        </p:nvSpPr>
        <p:spPr>
          <a:xfrm>
            <a:off x="8532000" y="4391000"/>
            <a:ext cx="3052800" cy="1224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ENABLED BY</a:t>
            </a:r>
          </a:p>
          <a:p>
            <a:pPr algn="l">
              <a:buNone/>
            </a:pPr>
            <a:r>
              <a:rPr lang="en-US" sz="1400">
                <a:solidFill>
                  <a:srgbClr val="162947"/>
                </a:solidFill>
                <a:effectLst/>
                <a:latin typeface="Segoe UI" panose="020B0502040204020203" pitchFamily="34" charset="0"/>
              </a:rPr>
              <a:t>llm-emit-token-metric policy · Application Insights · Azure Monitor alerts and workbooks</a:t>
            </a:r>
            <a:endParaRPr lang="en-US"/>
          </a:p>
        </p:txBody>
      </p:sp>
      <p:sp>
        <p:nvSpPr>
          <p:cNvPr id="3930" name="Rectangle 3929">
            <a:extLst>
              <a:ext uri="{FF2B5EF4-FFF2-40B4-BE49-F238E27FC236}">
                <a16:creationId xmlns:a16="http://schemas.microsoft.com/office/drawing/2014/main" id="{099576C5-A3B9-4658-31BE-0E386BD2D1C7}"/>
              </a:ext>
            </a:extLst>
          </p:cNvPr>
          <p:cNvSpPr/>
          <p:nvPr/>
        </p:nvSpPr>
        <p:spPr>
          <a:xfrm>
            <a:off x="457200" y="6020000"/>
            <a:ext cx="11277600" cy="3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A5A72"/>
                </a:solidFill>
                <a:effectLst/>
                <a:latin typeface="Segoe UI" panose="020B0502040204020203" pitchFamily="34" charset="0"/>
              </a:rPr>
              <a:t>Figures, including the 80% budget alert, are illustrative; the scenario is fictional.</a:t>
            </a:r>
          </a:p>
          <a:p>
            <a:pPr algn="l">
              <a:buNone/>
            </a:pPr>
            <a:r>
              <a:rPr lang="en-US" sz="100">
                <a:effectLst/>
              </a:rPr>
              <a:t> </a:t>
            </a:r>
            <a:endParaRPr lang="en-US"/>
          </a:p>
        </p:txBody>
      </p:sp>
      <p:pic>
        <p:nvPicPr>
          <p:cNvPr id="4487" name="Picture 4486" descr="Animated diagram: Token consumption &amp; cost governance in the Inbursa AI gateway architecture (fictional scenario, illustrative values).">
            <a:extLst>
              <a:ext uri="{FF2B5EF4-FFF2-40B4-BE49-F238E27FC236}">
                <a16:creationId xmlns:a16="http://schemas.microsoft.com/office/drawing/2014/main" id="{8C4CA693-706A-86D9-B3D9-3CCF337616AA}"/>
              </a:ext>
            </a:extLst>
          </p:cNvPr>
          <p:cNvPicPr>
            <a:picLocks noChangeAspect="1"/>
          </p:cNvPicPr>
          <p:nvPr/>
        </p:nvPicPr>
        <p:blipFill>
          <a:blip r:embed="rId3"/>
          <a:stretch>
            <a:fillRect/>
          </a:stretch>
        </p:blipFill>
        <p:spPr>
          <a:xfrm>
            <a:off x="0" y="1143000"/>
            <a:ext cx="8128000" cy="4572000"/>
          </a:xfrm>
          <a:prstGeom prst="rect">
            <a:avLst/>
          </a:prstGeom>
        </p:spPr>
      </p:pic>
    </p:spTree>
    <p:extLst>
      <p:ext uri="{BB962C8B-B14F-4D97-AF65-F5344CB8AC3E}">
        <p14:creationId xmlns:p14="http://schemas.microsoft.com/office/powerpoint/2010/main" val="101967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3995" name="Rectangle 3994">
            <a:extLst>
              <a:ext uri="{FF2B5EF4-FFF2-40B4-BE49-F238E27FC236}">
                <a16:creationId xmlns:a16="http://schemas.microsoft.com/office/drawing/2014/main" id="{C80D7426-6E25-3AA3-F6D0-18092246964C}"/>
              </a:ext>
            </a:extLst>
          </p:cNvPr>
          <p:cNvSpPr/>
          <p:nvPr/>
        </p:nvSpPr>
        <p:spPr>
          <a:xfrm>
            <a:off x="457200" y="480000"/>
            <a:ext cx="11277600" cy="43616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panose="020B0502040204020203" pitchFamily="34" charset="0"/>
              </a:rPr>
              <a:t>CAPABILITY 09 OF 09  ·  VISIBILITY &amp; GOVERNANCE</a:t>
            </a:r>
          </a:p>
          <a:p>
            <a:pPr algn="l">
              <a:buNone/>
            </a:pPr>
            <a:r>
              <a:rPr lang="en-US" sz="100">
                <a:effectLst/>
              </a:rPr>
              <a:t> </a:t>
            </a:r>
            <a:endParaRPr lang="en-US"/>
          </a:p>
        </p:txBody>
      </p:sp>
      <p:sp>
        <p:nvSpPr>
          <p:cNvPr id="4061" name="Rectangle 4060">
            <a:extLst>
              <a:ext uri="{FF2B5EF4-FFF2-40B4-BE49-F238E27FC236}">
                <a16:creationId xmlns:a16="http://schemas.microsoft.com/office/drawing/2014/main" id="{7755B4AA-F666-3873-2167-A9AC58451048}"/>
              </a:ext>
            </a:extLst>
          </p:cNvPr>
          <p:cNvSpPr/>
          <p:nvPr/>
        </p:nvSpPr>
        <p:spPr>
          <a:xfrm>
            <a:off x="8382000" y="1143000"/>
            <a:ext cx="3352800" cy="1424000"/>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28" name="Rectangle 4127">
            <a:extLst>
              <a:ext uri="{FF2B5EF4-FFF2-40B4-BE49-F238E27FC236}">
                <a16:creationId xmlns:a16="http://schemas.microsoft.com/office/drawing/2014/main" id="{CD8FC547-49F7-A33C-AB10-0A176CBE001A}"/>
              </a:ext>
            </a:extLst>
          </p:cNvPr>
          <p:cNvSpPr/>
          <p:nvPr/>
        </p:nvSpPr>
        <p:spPr>
          <a:xfrm>
            <a:off x="8532000" y="1243000"/>
            <a:ext cx="3052800" cy="1224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WHAT IT DOES</a:t>
            </a:r>
          </a:p>
          <a:p>
            <a:pPr algn="l">
              <a:buNone/>
            </a:pPr>
            <a:r>
              <a:rPr lang="en-US" sz="1400">
                <a:solidFill>
                  <a:srgbClr val="162947"/>
                </a:solidFill>
                <a:effectLst/>
                <a:latin typeface="Segoe UI" panose="020B0502040204020203" pitchFamily="34" charset="0"/>
              </a:rPr>
              <a:t>Sends latency, errors, policy outcomes and optional prompt/completion logs to Log Analytics.</a:t>
            </a:r>
            <a:endParaRPr lang="en-US"/>
          </a:p>
        </p:txBody>
      </p:sp>
      <p:sp>
        <p:nvSpPr>
          <p:cNvPr id="4196" name="Rectangle 4195">
            <a:extLst>
              <a:ext uri="{FF2B5EF4-FFF2-40B4-BE49-F238E27FC236}">
                <a16:creationId xmlns:a16="http://schemas.microsoft.com/office/drawing/2014/main" id="{BBCE030A-1623-4001-502E-0643A130E399}"/>
              </a:ext>
            </a:extLst>
          </p:cNvPr>
          <p:cNvSpPr/>
          <p:nvPr/>
        </p:nvSpPr>
        <p:spPr>
          <a:xfrm>
            <a:off x="8382000" y="2717000"/>
            <a:ext cx="3352800" cy="1207084"/>
          </a:xfrm>
          <a:prstGeom prst="rect">
            <a:avLst/>
          </a:prstGeom>
          <a:solidFill>
            <a:srgbClr val="FFFFFF"/>
          </a:solidFill>
          <a:ln w="15875">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65" name="Rectangle 4264">
            <a:extLst>
              <a:ext uri="{FF2B5EF4-FFF2-40B4-BE49-F238E27FC236}">
                <a16:creationId xmlns:a16="http://schemas.microsoft.com/office/drawing/2014/main" id="{3F66DF07-686F-5F6D-56E5-2536DBB07C5A}"/>
              </a:ext>
            </a:extLst>
          </p:cNvPr>
          <p:cNvSpPr/>
          <p:nvPr/>
        </p:nvSpPr>
        <p:spPr>
          <a:xfrm>
            <a:off x="8532000" y="2817000"/>
            <a:ext cx="3052800" cy="100708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WHY IT MATTERS FOR INBURSA</a:t>
            </a:r>
          </a:p>
          <a:p>
            <a:pPr algn="l">
              <a:buNone/>
            </a:pPr>
            <a:r>
              <a:rPr lang="en-US" sz="1400">
                <a:solidFill>
                  <a:srgbClr val="162947"/>
                </a:solidFill>
                <a:effectLst/>
                <a:latin typeface="Segoe UI" panose="020B0502040204020203" pitchFamily="34" charset="0"/>
              </a:rPr>
              <a:t>Every interaction leaves a traceable record for risk, audit and operations teams.</a:t>
            </a:r>
            <a:endParaRPr lang="en-US"/>
          </a:p>
        </p:txBody>
      </p:sp>
      <p:sp>
        <p:nvSpPr>
          <p:cNvPr id="4335" name="Rectangle 4334">
            <a:extLst>
              <a:ext uri="{FF2B5EF4-FFF2-40B4-BE49-F238E27FC236}">
                <a16:creationId xmlns:a16="http://schemas.microsoft.com/office/drawing/2014/main" id="{C512DDEE-5D2B-BA0E-C57E-2ACD164A85A0}"/>
              </a:ext>
            </a:extLst>
          </p:cNvPr>
          <p:cNvSpPr/>
          <p:nvPr/>
        </p:nvSpPr>
        <p:spPr>
          <a:xfrm>
            <a:off x="8382000" y="4074084"/>
            <a:ext cx="3352800" cy="1640916"/>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06" name="Rectangle 4405">
            <a:extLst>
              <a:ext uri="{FF2B5EF4-FFF2-40B4-BE49-F238E27FC236}">
                <a16:creationId xmlns:a16="http://schemas.microsoft.com/office/drawing/2014/main" id="{D5B5CAF4-739F-7429-696B-1EA5320D95A0}"/>
              </a:ext>
            </a:extLst>
          </p:cNvPr>
          <p:cNvSpPr/>
          <p:nvPr/>
        </p:nvSpPr>
        <p:spPr>
          <a:xfrm>
            <a:off x="8532000" y="4174084"/>
            <a:ext cx="3052800" cy="14409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0078D4"/>
                </a:solidFill>
                <a:effectLst/>
                <a:latin typeface="Segoe UI" panose="020B0502040204020203" pitchFamily="34" charset="0"/>
              </a:rPr>
              <a:t>ENABLED BY</a:t>
            </a:r>
          </a:p>
          <a:p>
            <a:pPr algn="l">
              <a:buNone/>
            </a:pPr>
            <a:r>
              <a:rPr lang="en-US" sz="1400">
                <a:solidFill>
                  <a:srgbClr val="162947"/>
                </a:solidFill>
                <a:effectLst/>
                <a:latin typeface="Segoe UI" panose="020B0502040204020203" pitchFamily="34" charset="0"/>
              </a:rPr>
              <a:t>APIM diagnostic settings to Application Insights &amp; Log Analytics (gateway + LLM logs) · Azure Monitor alerts</a:t>
            </a:r>
            <a:endParaRPr lang="en-US"/>
          </a:p>
        </p:txBody>
      </p:sp>
      <p:sp>
        <p:nvSpPr>
          <p:cNvPr id="4478" name="Rectangle 4477">
            <a:extLst>
              <a:ext uri="{FF2B5EF4-FFF2-40B4-BE49-F238E27FC236}">
                <a16:creationId xmlns:a16="http://schemas.microsoft.com/office/drawing/2014/main" id="{6343759A-1769-D83A-11A4-32DC046EF0A0}"/>
              </a:ext>
            </a:extLst>
          </p:cNvPr>
          <p:cNvSpPr/>
          <p:nvPr/>
        </p:nvSpPr>
        <p:spPr>
          <a:xfrm>
            <a:off x="457200" y="6020000"/>
            <a:ext cx="11277600" cy="3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A5A72"/>
                </a:solidFill>
                <a:effectLst/>
                <a:latin typeface="Segoe UI" panose="020B0502040204020203" pitchFamily="34" charset="0"/>
              </a:rPr>
              <a:t>Prompt and completion logging is optional and should follow Inbursa's data-retention and privacy policies.</a:t>
            </a:r>
          </a:p>
          <a:p>
            <a:pPr algn="l">
              <a:buNone/>
            </a:pPr>
            <a:r>
              <a:rPr lang="en-US" sz="100">
                <a:effectLst/>
              </a:rPr>
              <a:t> </a:t>
            </a:r>
            <a:endParaRPr lang="en-US"/>
          </a:p>
        </p:txBody>
      </p:sp>
      <p:pic>
        <p:nvPicPr>
          <p:cNvPr id="4488" name="Picture 4487" descr="Animated diagram: Monitoring, observability &amp; audit in the Inbursa AI gateway architecture (fictional scenario, illustrative values).">
            <a:extLst>
              <a:ext uri="{FF2B5EF4-FFF2-40B4-BE49-F238E27FC236}">
                <a16:creationId xmlns:a16="http://schemas.microsoft.com/office/drawing/2014/main" id="{2375CE63-C319-D03C-A289-6DB447A5F99C}"/>
              </a:ext>
            </a:extLst>
          </p:cNvPr>
          <p:cNvPicPr>
            <a:picLocks noChangeAspect="1"/>
          </p:cNvPicPr>
          <p:nvPr/>
        </p:nvPicPr>
        <p:blipFill>
          <a:blip r:embed="rId3"/>
          <a:stretch>
            <a:fillRect/>
          </a:stretch>
        </p:blipFill>
        <p:spPr>
          <a:xfrm>
            <a:off x="0" y="1143000"/>
            <a:ext cx="8128000" cy="4572000"/>
          </a:xfrm>
          <a:prstGeom prst="rect">
            <a:avLst/>
          </a:prstGeom>
        </p:spPr>
      </p:pic>
    </p:spTree>
    <p:extLst>
      <p:ext uri="{BB962C8B-B14F-4D97-AF65-F5344CB8AC3E}">
        <p14:creationId xmlns:p14="http://schemas.microsoft.com/office/powerpoint/2010/main" val="4262491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4489" name="Rectangle 4488">
            <a:extLst>
              <a:ext uri="{FF2B5EF4-FFF2-40B4-BE49-F238E27FC236}">
                <a16:creationId xmlns:a16="http://schemas.microsoft.com/office/drawing/2014/main" id="{D263D75F-BFB2-1869-E624-801FDD0D751A}"/>
              </a:ext>
            </a:extLst>
          </p:cNvPr>
          <p:cNvSpPr/>
          <p:nvPr/>
        </p:nvSpPr>
        <p:spPr>
          <a:xfrm>
            <a:off x="457200" y="430000"/>
            <a:ext cx="11277600" cy="31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panose="020B0502040204020203" pitchFamily="34" charset="0"/>
              </a:rPr>
              <a:t>REFERENCE POLICY PIPELINE</a:t>
            </a:r>
          </a:p>
          <a:p>
            <a:pPr algn="l">
              <a:buNone/>
            </a:pPr>
            <a:r>
              <a:rPr lang="en-US" sz="100">
                <a:effectLst/>
              </a:rPr>
              <a:t> </a:t>
            </a:r>
            <a:endParaRPr lang="en-US"/>
          </a:p>
        </p:txBody>
      </p:sp>
      <p:sp>
        <p:nvSpPr>
          <p:cNvPr id="4491" name="Rectangle 4490">
            <a:extLst>
              <a:ext uri="{FF2B5EF4-FFF2-40B4-BE49-F238E27FC236}">
                <a16:creationId xmlns:a16="http://schemas.microsoft.com/office/drawing/2014/main" id="{4F5E43C3-01B8-C112-9582-FAB8AFFC63DA}"/>
              </a:ext>
            </a:extLst>
          </p:cNvPr>
          <p:cNvSpPr/>
          <p:nvPr/>
        </p:nvSpPr>
        <p:spPr>
          <a:xfrm>
            <a:off x="457200" y="740000"/>
            <a:ext cx="11277600" cy="6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62947"/>
                </a:solidFill>
                <a:effectLst/>
                <a:latin typeface="Segoe UI" panose="020B0502040204020203" pitchFamily="34" charset="0"/>
              </a:rPr>
              <a:t>One ordered policy pipeline</a:t>
            </a:r>
          </a:p>
          <a:p>
            <a:pPr algn="l">
              <a:buNone/>
            </a:pPr>
            <a:r>
              <a:rPr lang="en-US" sz="100">
                <a:effectLst/>
              </a:rPr>
              <a:t> </a:t>
            </a:r>
            <a:endParaRPr lang="en-US"/>
          </a:p>
        </p:txBody>
      </p:sp>
      <p:sp>
        <p:nvSpPr>
          <p:cNvPr id="6881" name="Rectangle 6880">
            <a:extLst>
              <a:ext uri="{FF2B5EF4-FFF2-40B4-BE49-F238E27FC236}">
                <a16:creationId xmlns:a16="http://schemas.microsoft.com/office/drawing/2014/main" id="{C6384170-CF5E-54B2-0A2B-EB4348BEAF1B}"/>
              </a:ext>
            </a:extLst>
          </p:cNvPr>
          <p:cNvSpPr/>
          <p:nvPr/>
        </p:nvSpPr>
        <p:spPr>
          <a:xfrm>
            <a:off x="457200" y="1450000"/>
            <a:ext cx="4000000" cy="3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4A5A72"/>
                </a:solidFill>
                <a:effectLst/>
                <a:latin typeface="Segoe UI" panose="020B0502040204020203" pitchFamily="34" charset="0"/>
              </a:rPr>
              <a:t>INBOUND · IN ORDER</a:t>
            </a:r>
          </a:p>
          <a:p>
            <a:pPr algn="l">
              <a:buNone/>
            </a:pPr>
            <a:r>
              <a:rPr lang="en-US" sz="100">
                <a:effectLst/>
              </a:rPr>
              <a:t> </a:t>
            </a:r>
            <a:endParaRPr lang="en-US"/>
          </a:p>
        </p:txBody>
      </p:sp>
      <p:sp>
        <p:nvSpPr>
          <p:cNvPr id="6884" name="Rectangle 6883">
            <a:extLst>
              <a:ext uri="{FF2B5EF4-FFF2-40B4-BE49-F238E27FC236}">
                <a16:creationId xmlns:a16="http://schemas.microsoft.com/office/drawing/2014/main" id="{73F5D94F-3968-7B9F-3878-F71635DFAF11}"/>
              </a:ext>
            </a:extLst>
          </p:cNvPr>
          <p:cNvSpPr/>
          <p:nvPr/>
        </p:nvSpPr>
        <p:spPr>
          <a:xfrm>
            <a:off x="457200" y="1780000"/>
            <a:ext cx="1450000" cy="7000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Validate token</a:t>
            </a:r>
          </a:p>
          <a:p>
            <a:pPr algn="ctr">
              <a:buNone/>
            </a:pPr>
            <a:r>
              <a:rPr lang="en-US" sz="100">
                <a:effectLst/>
              </a:rPr>
              <a:t> </a:t>
            </a:r>
            <a:endParaRPr lang="en-US"/>
          </a:p>
        </p:txBody>
      </p:sp>
      <p:sp>
        <p:nvSpPr>
          <p:cNvPr id="6888" name="Arrow: Right 6887">
            <a:extLst>
              <a:ext uri="{FF2B5EF4-FFF2-40B4-BE49-F238E27FC236}">
                <a16:creationId xmlns:a16="http://schemas.microsoft.com/office/drawing/2014/main" id="{8F906C66-31B2-45C0-A85F-F5F9C0B5B60C}"/>
              </a:ext>
            </a:extLst>
          </p:cNvPr>
          <p:cNvSpPr/>
          <p:nvPr/>
        </p:nvSpPr>
        <p:spPr>
          <a:xfrm>
            <a:off x="1947200" y="2060000"/>
            <a:ext cx="140000" cy="140000"/>
          </a:xfrm>
          <a:prstGeom prst="rightArrow">
            <a:avLst/>
          </a:prstGeom>
          <a:solidFill>
            <a:srgbClr val="162947"/>
          </a:solidFill>
          <a:ln>
            <a:solidFill>
              <a:srgbClr val="16294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893" name="Rectangle 6892">
            <a:extLst>
              <a:ext uri="{FF2B5EF4-FFF2-40B4-BE49-F238E27FC236}">
                <a16:creationId xmlns:a16="http://schemas.microsoft.com/office/drawing/2014/main" id="{68360D10-4902-3B78-CDA4-54C0982A6F0D}"/>
              </a:ext>
            </a:extLst>
          </p:cNvPr>
          <p:cNvSpPr/>
          <p:nvPr/>
        </p:nvSpPr>
        <p:spPr>
          <a:xfrm>
            <a:off x="2127200" y="1780000"/>
            <a:ext cx="1450000" cy="7000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Content safety</a:t>
            </a:r>
          </a:p>
          <a:p>
            <a:pPr algn="ctr">
              <a:buNone/>
            </a:pPr>
            <a:r>
              <a:rPr lang="en-US" sz="100">
                <a:effectLst/>
              </a:rPr>
              <a:t> </a:t>
            </a:r>
            <a:endParaRPr lang="en-US"/>
          </a:p>
        </p:txBody>
      </p:sp>
      <p:sp>
        <p:nvSpPr>
          <p:cNvPr id="6899" name="Arrow: Right 6898">
            <a:extLst>
              <a:ext uri="{FF2B5EF4-FFF2-40B4-BE49-F238E27FC236}">
                <a16:creationId xmlns:a16="http://schemas.microsoft.com/office/drawing/2014/main" id="{F5D8AD13-86EE-5131-9314-5D24C758677D}"/>
              </a:ext>
            </a:extLst>
          </p:cNvPr>
          <p:cNvSpPr/>
          <p:nvPr/>
        </p:nvSpPr>
        <p:spPr>
          <a:xfrm>
            <a:off x="3617200" y="2060000"/>
            <a:ext cx="140000" cy="140000"/>
          </a:xfrm>
          <a:prstGeom prst="rightArrow">
            <a:avLst/>
          </a:prstGeom>
          <a:solidFill>
            <a:srgbClr val="162947"/>
          </a:solidFill>
          <a:ln>
            <a:solidFill>
              <a:srgbClr val="16294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06" name="Rectangle 6905">
            <a:extLst>
              <a:ext uri="{FF2B5EF4-FFF2-40B4-BE49-F238E27FC236}">
                <a16:creationId xmlns:a16="http://schemas.microsoft.com/office/drawing/2014/main" id="{E892DDD5-53ED-D7D6-25DA-1F0ABC2A2B84}"/>
              </a:ext>
            </a:extLst>
          </p:cNvPr>
          <p:cNvSpPr/>
          <p:nvPr/>
        </p:nvSpPr>
        <p:spPr>
          <a:xfrm>
            <a:off x="3797200" y="1780000"/>
            <a:ext cx="1450000" cy="7000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PII masking (custom)</a:t>
            </a:r>
          </a:p>
          <a:p>
            <a:pPr algn="ctr">
              <a:buNone/>
            </a:pPr>
            <a:r>
              <a:rPr lang="en-US" sz="100">
                <a:effectLst/>
              </a:rPr>
              <a:t> </a:t>
            </a:r>
            <a:endParaRPr lang="en-US"/>
          </a:p>
        </p:txBody>
      </p:sp>
      <p:sp>
        <p:nvSpPr>
          <p:cNvPr id="6914" name="Arrow: Right 6913">
            <a:extLst>
              <a:ext uri="{FF2B5EF4-FFF2-40B4-BE49-F238E27FC236}">
                <a16:creationId xmlns:a16="http://schemas.microsoft.com/office/drawing/2014/main" id="{BB9B7E04-2482-4E21-2665-CBEF8975CBAE}"/>
              </a:ext>
            </a:extLst>
          </p:cNvPr>
          <p:cNvSpPr/>
          <p:nvPr/>
        </p:nvSpPr>
        <p:spPr>
          <a:xfrm>
            <a:off x="5287200" y="2060000"/>
            <a:ext cx="140000" cy="140000"/>
          </a:xfrm>
          <a:prstGeom prst="rightArrow">
            <a:avLst/>
          </a:prstGeom>
          <a:solidFill>
            <a:srgbClr val="162947"/>
          </a:solidFill>
          <a:ln>
            <a:solidFill>
              <a:srgbClr val="16294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23" name="Rectangle 6922">
            <a:extLst>
              <a:ext uri="{FF2B5EF4-FFF2-40B4-BE49-F238E27FC236}">
                <a16:creationId xmlns:a16="http://schemas.microsoft.com/office/drawing/2014/main" id="{FC7F6F1A-7C50-4476-9D9A-9D02F5CC38B0}"/>
              </a:ext>
            </a:extLst>
          </p:cNvPr>
          <p:cNvSpPr/>
          <p:nvPr/>
        </p:nvSpPr>
        <p:spPr>
          <a:xfrm>
            <a:off x="5467200" y="1780000"/>
            <a:ext cx="1450000" cy="7000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Token limit</a:t>
            </a:r>
          </a:p>
          <a:p>
            <a:pPr algn="ctr">
              <a:buNone/>
            </a:pPr>
            <a:r>
              <a:rPr lang="en-US" sz="100">
                <a:effectLst/>
              </a:rPr>
              <a:t> </a:t>
            </a:r>
            <a:endParaRPr lang="en-US"/>
          </a:p>
        </p:txBody>
      </p:sp>
      <p:sp>
        <p:nvSpPr>
          <p:cNvPr id="6933" name="Arrow: Right 6932">
            <a:extLst>
              <a:ext uri="{FF2B5EF4-FFF2-40B4-BE49-F238E27FC236}">
                <a16:creationId xmlns:a16="http://schemas.microsoft.com/office/drawing/2014/main" id="{6107B8E2-E80C-ED83-D64B-7825B1F3E735}"/>
              </a:ext>
            </a:extLst>
          </p:cNvPr>
          <p:cNvSpPr/>
          <p:nvPr/>
        </p:nvSpPr>
        <p:spPr>
          <a:xfrm>
            <a:off x="6957200" y="2060000"/>
            <a:ext cx="140000" cy="140000"/>
          </a:xfrm>
          <a:prstGeom prst="rightArrow">
            <a:avLst/>
          </a:prstGeom>
          <a:solidFill>
            <a:srgbClr val="162947"/>
          </a:solidFill>
          <a:ln>
            <a:solidFill>
              <a:srgbClr val="16294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44" name="Rectangle 6943">
            <a:extLst>
              <a:ext uri="{FF2B5EF4-FFF2-40B4-BE49-F238E27FC236}">
                <a16:creationId xmlns:a16="http://schemas.microsoft.com/office/drawing/2014/main" id="{5121106C-DA68-101B-C291-D36835506835}"/>
              </a:ext>
            </a:extLst>
          </p:cNvPr>
          <p:cNvSpPr/>
          <p:nvPr/>
        </p:nvSpPr>
        <p:spPr>
          <a:xfrm>
            <a:off x="7137200" y="1780000"/>
            <a:ext cx="1450000" cy="7000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Cache lookup</a:t>
            </a:r>
          </a:p>
          <a:p>
            <a:pPr algn="ctr">
              <a:buNone/>
            </a:pPr>
            <a:r>
              <a:rPr lang="en-US" sz="100">
                <a:effectLst/>
              </a:rPr>
              <a:t> </a:t>
            </a:r>
            <a:endParaRPr lang="en-US"/>
          </a:p>
        </p:txBody>
      </p:sp>
      <p:sp>
        <p:nvSpPr>
          <p:cNvPr id="6956" name="Arrow: Right 6955">
            <a:extLst>
              <a:ext uri="{FF2B5EF4-FFF2-40B4-BE49-F238E27FC236}">
                <a16:creationId xmlns:a16="http://schemas.microsoft.com/office/drawing/2014/main" id="{FF35DE96-C673-AD1F-758C-CBBA3C15F742}"/>
              </a:ext>
            </a:extLst>
          </p:cNvPr>
          <p:cNvSpPr/>
          <p:nvPr/>
        </p:nvSpPr>
        <p:spPr>
          <a:xfrm>
            <a:off x="8627200" y="2060000"/>
            <a:ext cx="140000" cy="140000"/>
          </a:xfrm>
          <a:prstGeom prst="rightArrow">
            <a:avLst/>
          </a:prstGeom>
          <a:solidFill>
            <a:srgbClr val="162947"/>
          </a:solidFill>
          <a:ln>
            <a:solidFill>
              <a:srgbClr val="16294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69" name="Rectangle 6968">
            <a:extLst>
              <a:ext uri="{FF2B5EF4-FFF2-40B4-BE49-F238E27FC236}">
                <a16:creationId xmlns:a16="http://schemas.microsoft.com/office/drawing/2014/main" id="{90040BA4-AFB0-704A-893F-2AAD5D7994F9}"/>
              </a:ext>
            </a:extLst>
          </p:cNvPr>
          <p:cNvSpPr/>
          <p:nvPr/>
        </p:nvSpPr>
        <p:spPr>
          <a:xfrm>
            <a:off x="8807200" y="1780000"/>
            <a:ext cx="1450000" cy="700000"/>
          </a:xfrm>
          <a:prstGeom prst="rect">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Route backend</a:t>
            </a:r>
          </a:p>
          <a:p>
            <a:pPr algn="ctr">
              <a:buNone/>
            </a:pPr>
            <a:r>
              <a:rPr lang="en-US" sz="100">
                <a:effectLst/>
              </a:rPr>
              <a:t> </a:t>
            </a:r>
            <a:endParaRPr lang="en-US"/>
          </a:p>
        </p:txBody>
      </p:sp>
      <p:sp>
        <p:nvSpPr>
          <p:cNvPr id="6983" name="Arrow: Right 6982">
            <a:extLst>
              <a:ext uri="{FF2B5EF4-FFF2-40B4-BE49-F238E27FC236}">
                <a16:creationId xmlns:a16="http://schemas.microsoft.com/office/drawing/2014/main" id="{14CDE53A-E068-F479-EBE9-C55EC70CD4B0}"/>
              </a:ext>
            </a:extLst>
          </p:cNvPr>
          <p:cNvSpPr/>
          <p:nvPr/>
        </p:nvSpPr>
        <p:spPr>
          <a:xfrm>
            <a:off x="10297200" y="2060000"/>
            <a:ext cx="140000" cy="140000"/>
          </a:xfrm>
          <a:prstGeom prst="rightArrow">
            <a:avLst/>
          </a:prstGeom>
          <a:solidFill>
            <a:srgbClr val="162947"/>
          </a:solidFill>
          <a:ln>
            <a:solidFill>
              <a:srgbClr val="16294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98" name="Rectangle 6997">
            <a:extLst>
              <a:ext uri="{FF2B5EF4-FFF2-40B4-BE49-F238E27FC236}">
                <a16:creationId xmlns:a16="http://schemas.microsoft.com/office/drawing/2014/main" id="{22BA1CD9-BE13-75C2-51B6-A91BEB6A3DA2}"/>
              </a:ext>
            </a:extLst>
          </p:cNvPr>
          <p:cNvSpPr/>
          <p:nvPr/>
        </p:nvSpPr>
        <p:spPr>
          <a:xfrm>
            <a:off x="10477200" y="1780000"/>
            <a:ext cx="1257600" cy="700000"/>
          </a:xfrm>
          <a:prstGeom prst="rect">
            <a:avLst/>
          </a:prstGeom>
          <a:solidFill>
            <a:srgbClr val="162947"/>
          </a:solidFill>
          <a:ln>
            <a:solidFill>
              <a:srgbClr val="16294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FFFFFF"/>
                </a:solidFill>
                <a:effectLst/>
                <a:latin typeface="Segoe UI" panose="020B0502040204020203" pitchFamily="34" charset="0"/>
              </a:rPr>
              <a:t>Foundry model</a:t>
            </a:r>
          </a:p>
          <a:p>
            <a:pPr algn="ctr">
              <a:buNone/>
            </a:pPr>
            <a:r>
              <a:rPr lang="en-US" sz="100">
                <a:effectLst/>
              </a:rPr>
              <a:t> </a:t>
            </a:r>
            <a:endParaRPr lang="en-US"/>
          </a:p>
        </p:txBody>
      </p:sp>
      <p:sp>
        <p:nvSpPr>
          <p:cNvPr id="7014" name="Arrow: Down 7013">
            <a:extLst>
              <a:ext uri="{FF2B5EF4-FFF2-40B4-BE49-F238E27FC236}">
                <a16:creationId xmlns:a16="http://schemas.microsoft.com/office/drawing/2014/main" id="{89F0E2A0-9890-DAE3-0AE1-943887F115A6}"/>
              </a:ext>
            </a:extLst>
          </p:cNvPr>
          <p:cNvSpPr/>
          <p:nvPr/>
        </p:nvSpPr>
        <p:spPr>
          <a:xfrm>
            <a:off x="11006000" y="2510000"/>
            <a:ext cx="200000" cy="230000"/>
          </a:xfrm>
          <a:prstGeom prst="downArrow">
            <a:avLst/>
          </a:prstGeom>
          <a:solidFill>
            <a:srgbClr val="162947"/>
          </a:solidFill>
          <a:ln>
            <a:solidFill>
              <a:srgbClr val="16294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31" name="Rectangle 7030">
            <a:extLst>
              <a:ext uri="{FF2B5EF4-FFF2-40B4-BE49-F238E27FC236}">
                <a16:creationId xmlns:a16="http://schemas.microsoft.com/office/drawing/2014/main" id="{C08A6863-045F-0833-6901-6327ABF62637}"/>
              </a:ext>
            </a:extLst>
          </p:cNvPr>
          <p:cNvSpPr/>
          <p:nvPr/>
        </p:nvSpPr>
        <p:spPr>
          <a:xfrm>
            <a:off x="9434800" y="2760000"/>
            <a:ext cx="2300000" cy="560000"/>
          </a:xfrm>
          <a:prstGeom prst="rect">
            <a:avLst/>
          </a:prstGeom>
          <a:solidFill>
            <a:srgbClr val="FFFFFF"/>
          </a:solidFill>
          <a:ln w="15875">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62947"/>
                </a:solidFill>
                <a:effectLst/>
                <a:latin typeface="Segoe UI" panose="020B0502040204020203" pitchFamily="34" charset="0"/>
              </a:rPr>
              <a:t>Cache store</a:t>
            </a:r>
          </a:p>
          <a:p>
            <a:pPr algn="ctr">
              <a:buNone/>
            </a:pPr>
            <a:r>
              <a:rPr lang="en-US" sz="100">
                <a:effectLst/>
              </a:rPr>
              <a:t> </a:t>
            </a:r>
            <a:endParaRPr lang="en-US"/>
          </a:p>
        </p:txBody>
      </p:sp>
      <p:sp>
        <p:nvSpPr>
          <p:cNvPr id="7049" name="Arrow: Left 7048">
            <a:extLst>
              <a:ext uri="{FF2B5EF4-FFF2-40B4-BE49-F238E27FC236}">
                <a16:creationId xmlns:a16="http://schemas.microsoft.com/office/drawing/2014/main" id="{590D23DE-EA2A-4450-6009-BB17C7123A5D}"/>
              </a:ext>
            </a:extLst>
          </p:cNvPr>
          <p:cNvSpPr/>
          <p:nvPr/>
        </p:nvSpPr>
        <p:spPr>
          <a:xfrm>
            <a:off x="9194800" y="2970000"/>
            <a:ext cx="180000" cy="140000"/>
          </a:xfrm>
          <a:prstGeom prst="leftArrow">
            <a:avLst/>
          </a:prstGeom>
          <a:solidFill>
            <a:srgbClr val="162947"/>
          </a:solidFill>
          <a:ln>
            <a:solidFill>
              <a:srgbClr val="16294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68" name="Rectangle 7067">
            <a:extLst>
              <a:ext uri="{FF2B5EF4-FFF2-40B4-BE49-F238E27FC236}">
                <a16:creationId xmlns:a16="http://schemas.microsoft.com/office/drawing/2014/main" id="{BE8AA791-812C-512B-A8CD-7D6CB1E7D835}"/>
              </a:ext>
            </a:extLst>
          </p:cNvPr>
          <p:cNvSpPr/>
          <p:nvPr/>
        </p:nvSpPr>
        <p:spPr>
          <a:xfrm>
            <a:off x="6834800" y="2760000"/>
            <a:ext cx="2300000" cy="560000"/>
          </a:xfrm>
          <a:prstGeom prst="rect">
            <a:avLst/>
          </a:prstGeom>
          <a:solidFill>
            <a:srgbClr val="FFFFFF"/>
          </a:solidFill>
          <a:ln w="15875">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62947"/>
                </a:solidFill>
                <a:effectLst/>
                <a:latin typeface="Segoe UI" panose="020B0502040204020203" pitchFamily="34" charset="0"/>
              </a:rPr>
              <a:t>Emit token metrics</a:t>
            </a:r>
          </a:p>
          <a:p>
            <a:pPr algn="ctr">
              <a:buNone/>
            </a:pPr>
            <a:r>
              <a:rPr lang="en-US" sz="100">
                <a:effectLst/>
              </a:rPr>
              <a:t> </a:t>
            </a:r>
            <a:endParaRPr lang="en-US"/>
          </a:p>
        </p:txBody>
      </p:sp>
      <p:sp>
        <p:nvSpPr>
          <p:cNvPr id="7088" name="Arrow: Left 7087">
            <a:extLst>
              <a:ext uri="{FF2B5EF4-FFF2-40B4-BE49-F238E27FC236}">
                <a16:creationId xmlns:a16="http://schemas.microsoft.com/office/drawing/2014/main" id="{FCB62C1D-1142-663E-98D9-D55140FEBDC6}"/>
              </a:ext>
            </a:extLst>
          </p:cNvPr>
          <p:cNvSpPr/>
          <p:nvPr/>
        </p:nvSpPr>
        <p:spPr>
          <a:xfrm>
            <a:off x="6594800" y="2970000"/>
            <a:ext cx="180000" cy="140000"/>
          </a:xfrm>
          <a:prstGeom prst="leftArrow">
            <a:avLst/>
          </a:prstGeom>
          <a:solidFill>
            <a:srgbClr val="162947"/>
          </a:solidFill>
          <a:ln>
            <a:solidFill>
              <a:srgbClr val="16294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09" name="Rectangle 7108">
            <a:extLst>
              <a:ext uri="{FF2B5EF4-FFF2-40B4-BE49-F238E27FC236}">
                <a16:creationId xmlns:a16="http://schemas.microsoft.com/office/drawing/2014/main" id="{3AE1DB17-521E-0C4A-89AE-5B8BA629C3C2}"/>
              </a:ext>
            </a:extLst>
          </p:cNvPr>
          <p:cNvSpPr/>
          <p:nvPr/>
        </p:nvSpPr>
        <p:spPr>
          <a:xfrm>
            <a:off x="4234800" y="2760000"/>
            <a:ext cx="2300000" cy="560000"/>
          </a:xfrm>
          <a:prstGeom prst="rect">
            <a:avLst/>
          </a:prstGeom>
          <a:solidFill>
            <a:srgbClr val="FFFFFF"/>
          </a:solidFill>
          <a:ln w="15875">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62947"/>
                </a:solidFill>
                <a:effectLst/>
                <a:latin typeface="Segoe UI" panose="020B0502040204020203" pitchFamily="34" charset="0"/>
              </a:rPr>
              <a:t>Log &amp; trace</a:t>
            </a:r>
          </a:p>
          <a:p>
            <a:pPr algn="ctr">
              <a:buNone/>
            </a:pPr>
            <a:r>
              <a:rPr lang="en-US" sz="100">
                <a:effectLst/>
              </a:rPr>
              <a:t> </a:t>
            </a:r>
            <a:endParaRPr lang="en-US"/>
          </a:p>
        </p:txBody>
      </p:sp>
      <p:sp>
        <p:nvSpPr>
          <p:cNvPr id="7131" name="Rectangle 7130">
            <a:extLst>
              <a:ext uri="{FF2B5EF4-FFF2-40B4-BE49-F238E27FC236}">
                <a16:creationId xmlns:a16="http://schemas.microsoft.com/office/drawing/2014/main" id="{F44560B8-DE3C-563C-4DB0-E01FC8BC100D}"/>
              </a:ext>
            </a:extLst>
          </p:cNvPr>
          <p:cNvSpPr/>
          <p:nvPr/>
        </p:nvSpPr>
        <p:spPr>
          <a:xfrm>
            <a:off x="457200" y="2700000"/>
            <a:ext cx="3627600" cy="6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4A5A72"/>
                </a:solidFill>
                <a:effectLst/>
                <a:latin typeface="Segoe UI" panose="020B0502040204020203" pitchFamily="34" charset="0"/>
              </a:rPr>
              <a:t>OUTBOUND · ON THE RESPONSE</a:t>
            </a:r>
          </a:p>
          <a:p>
            <a:pPr algn="l">
              <a:buNone/>
            </a:pPr>
            <a:r>
              <a:rPr lang="en-US" sz="1400">
                <a:solidFill>
                  <a:srgbClr val="4A5A72"/>
                </a:solidFill>
                <a:effectLst/>
                <a:latin typeface="Segoe UI" panose="020B0502040204020203" pitchFamily="34" charset="0"/>
              </a:rPr>
              <a:t>Then back to the channel</a:t>
            </a:r>
            <a:endParaRPr lang="en-US"/>
          </a:p>
        </p:txBody>
      </p:sp>
      <p:graphicFrame>
        <p:nvGraphicFramePr>
          <p:cNvPr id="24" name="Table 23">
            <a:extLst>
              <a:ext uri="{FF2B5EF4-FFF2-40B4-BE49-F238E27FC236}">
                <a16:creationId xmlns:a16="http://schemas.microsoft.com/office/drawing/2014/main" id="{41121048-E438-429C-A4BC-B0BAD8965611}"/>
              </a:ext>
            </a:extLst>
          </p:cNvPr>
          <p:cNvGraphicFramePr>
            <a:graphicFrameLocks noGrp="1"/>
          </p:cNvGraphicFramePr>
          <p:nvPr/>
        </p:nvGraphicFramePr>
        <p:xfrm>
          <a:off x="457200" y="3500000"/>
          <a:ext cx="8127999" cy="2834640"/>
        </p:xfrm>
        <a:graphic>
          <a:graphicData uri="http://schemas.openxmlformats.org/drawingml/2006/table">
            <a:tbl>
              <a:tblPr bandRow="1">
                <a:tableStyleId>{5C22544A-7EE6-4342-B048-85BDC9FD1C3A}</a:tableStyleId>
              </a:tblPr>
              <a:tblGrid>
                <a:gridCol w="2709333">
                  <a:extLst>
                    <a:ext uri="{9D8B030D-6E8A-4147-A177-3AD203B41FA5}">
                      <a16:colId xmlns:a16="http://schemas.microsoft.com/office/drawing/2014/main" val="4150330059"/>
                    </a:ext>
                  </a:extLst>
                </a:gridCol>
                <a:gridCol w="2709333">
                  <a:extLst>
                    <a:ext uri="{9D8B030D-6E8A-4147-A177-3AD203B41FA5}">
                      <a16:colId xmlns:a16="http://schemas.microsoft.com/office/drawing/2014/main" val="3926224019"/>
                    </a:ext>
                  </a:extLst>
                </a:gridCol>
                <a:gridCol w="2709333">
                  <a:extLst>
                    <a:ext uri="{9D8B030D-6E8A-4147-A177-3AD203B41FA5}">
                      <a16:colId xmlns:a16="http://schemas.microsoft.com/office/drawing/2014/main" val="3740801297"/>
                    </a:ext>
                  </a:extLst>
                </a:gridCol>
              </a:tblGrid>
              <a:tr h="0">
                <a:tc>
                  <a:txBody>
                    <a:bodyPr/>
                    <a:lstStyle/>
                    <a:p>
                      <a:pPr>
                        <a:buNone/>
                      </a:pPr>
                      <a:r>
                        <a:rPr lang="en-US" sz="1200" b="1">
                          <a:solidFill>
                            <a:srgbClr val="FFFFFF"/>
                          </a:solidFill>
                          <a:effectLst/>
                          <a:latin typeface="Segoe UI" panose="020B0502040204020203" pitchFamily="34" charset="0"/>
                        </a:rPr>
                        <a:t>Capability</a:t>
                      </a:r>
                    </a:p>
                  </a:txBody>
                  <a:tcPr anchor="ctr">
                    <a:lnL>
                      <a:noFill/>
                    </a:lnL>
                    <a:lnR>
                      <a:noFill/>
                    </a:lnR>
                    <a:lnT>
                      <a:noFill/>
                    </a:lnT>
                    <a:lnB>
                      <a:noFill/>
                    </a:lnB>
                    <a:solidFill>
                      <a:srgbClr val="162947"/>
                    </a:solidFill>
                  </a:tcPr>
                </a:tc>
                <a:tc>
                  <a:txBody>
                    <a:bodyPr/>
                    <a:lstStyle/>
                    <a:p>
                      <a:pPr>
                        <a:buNone/>
                      </a:pPr>
                      <a:r>
                        <a:rPr lang="en-US" sz="1200" b="1">
                          <a:solidFill>
                            <a:srgbClr val="FFFFFF"/>
                          </a:solidFill>
                          <a:effectLst/>
                          <a:latin typeface="Segoe UI" panose="020B0502040204020203" pitchFamily="34" charset="0"/>
                        </a:rPr>
                        <a:t>APIM policy / feature</a:t>
                      </a:r>
                    </a:p>
                  </a:txBody>
                  <a:tcPr anchor="ctr">
                    <a:lnL>
                      <a:noFill/>
                    </a:lnL>
                    <a:lnR>
                      <a:noFill/>
                    </a:lnR>
                    <a:lnT>
                      <a:noFill/>
                    </a:lnT>
                    <a:lnB>
                      <a:noFill/>
                    </a:lnB>
                    <a:solidFill>
                      <a:srgbClr val="162947"/>
                    </a:solidFill>
                  </a:tcPr>
                </a:tc>
                <a:tc>
                  <a:txBody>
                    <a:bodyPr/>
                    <a:lstStyle/>
                    <a:p>
                      <a:pPr>
                        <a:buNone/>
                      </a:pPr>
                      <a:r>
                        <a:rPr lang="en-US" sz="1200" b="1">
                          <a:solidFill>
                            <a:srgbClr val="FFFFFF"/>
                          </a:solidFill>
                          <a:effectLst/>
                          <a:latin typeface="Segoe UI" panose="020B0502040204020203" pitchFamily="34" charset="0"/>
                        </a:rPr>
                        <a:t>Supporting Azure service</a:t>
                      </a:r>
                    </a:p>
                  </a:txBody>
                  <a:tcPr anchor="ctr">
                    <a:lnL>
                      <a:noFill/>
                    </a:lnL>
                    <a:lnR>
                      <a:noFill/>
                    </a:lnR>
                    <a:lnT>
                      <a:noFill/>
                    </a:lnT>
                    <a:lnB>
                      <a:noFill/>
                    </a:lnB>
                    <a:solidFill>
                      <a:srgbClr val="162947"/>
                    </a:solidFill>
                  </a:tcPr>
                </a:tc>
                <a:extLst>
                  <a:ext uri="{0D108BD9-81ED-4DB2-BD59-A6C34878D82A}">
                    <a16:rowId xmlns:a16="http://schemas.microsoft.com/office/drawing/2014/main" val="440828583"/>
                  </a:ext>
                </a:extLst>
              </a:tr>
              <a:tr h="0">
                <a:tc>
                  <a:txBody>
                    <a:bodyPr/>
                    <a:lstStyle/>
                    <a:p>
                      <a:pPr>
                        <a:buNone/>
                      </a:pPr>
                      <a:r>
                        <a:rPr lang="en-US" sz="1200">
                          <a:effectLst/>
                          <a:latin typeface="Segoe UI" panose="020B0502040204020203" pitchFamily="34" charset="0"/>
                        </a:rPr>
                        <a:t>Authentication &amp; access</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validate-azure-ad-token / validate-jwt</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Microsoft Entra ID</a:t>
                      </a:r>
                    </a:p>
                  </a:txBody>
                  <a:tcPr anchor="ctr">
                    <a:lnL>
                      <a:noFill/>
                    </a:lnL>
                    <a:lnR>
                      <a:noFill/>
                    </a:lnR>
                    <a:lnT>
                      <a:noFill/>
                    </a:lnT>
                    <a:lnB>
                      <a:noFill/>
                    </a:lnB>
                    <a:noFill/>
                  </a:tcPr>
                </a:tc>
                <a:extLst>
                  <a:ext uri="{0D108BD9-81ED-4DB2-BD59-A6C34878D82A}">
                    <a16:rowId xmlns:a16="http://schemas.microsoft.com/office/drawing/2014/main" val="1852428614"/>
                  </a:ext>
                </a:extLst>
              </a:tr>
              <a:tr h="0">
                <a:tc>
                  <a:txBody>
                    <a:bodyPr/>
                    <a:lstStyle/>
                    <a:p>
                      <a:pPr>
                        <a:buNone/>
                      </a:pPr>
                      <a:r>
                        <a:rPr lang="en-US" sz="1200">
                          <a:effectLst/>
                          <a:latin typeface="Segoe UI" panose="020B0502040204020203" pitchFamily="34" charset="0"/>
                        </a:rPr>
                        <a:t>Prompt &amp; content validation</a:t>
                      </a:r>
                    </a:p>
                  </a:txBody>
                  <a:tcPr anchor="ctr">
                    <a:lnL>
                      <a:noFill/>
                    </a:lnL>
                    <a:lnR>
                      <a:noFill/>
                    </a:lnR>
                    <a:lnT>
                      <a:noFill/>
                    </a:lnT>
                    <a:lnB>
                      <a:noFill/>
                    </a:lnB>
                    <a:solidFill>
                      <a:srgbClr val="E8EAED"/>
                    </a:solidFill>
                  </a:tcPr>
                </a:tc>
                <a:tc>
                  <a:txBody>
                    <a:bodyPr/>
                    <a:lstStyle/>
                    <a:p>
                      <a:pPr>
                        <a:buNone/>
                      </a:pPr>
                      <a:r>
                        <a:rPr lang="en-US" sz="1200">
                          <a:effectLst/>
                          <a:latin typeface="Segoe UI" panose="020B0502040204020203" pitchFamily="34" charset="0"/>
                        </a:rPr>
                        <a:t>llm-content-safety</a:t>
                      </a:r>
                    </a:p>
                  </a:txBody>
                  <a:tcPr anchor="ctr">
                    <a:lnL>
                      <a:noFill/>
                    </a:lnL>
                    <a:lnR>
                      <a:noFill/>
                    </a:lnR>
                    <a:lnT>
                      <a:noFill/>
                    </a:lnT>
                    <a:lnB>
                      <a:noFill/>
                    </a:lnB>
                    <a:solidFill>
                      <a:srgbClr val="E8EAED"/>
                    </a:solidFill>
                  </a:tcPr>
                </a:tc>
                <a:tc>
                  <a:txBody>
                    <a:bodyPr/>
                    <a:lstStyle/>
                    <a:p>
                      <a:pPr>
                        <a:buNone/>
                      </a:pPr>
                      <a:r>
                        <a:rPr lang="en-US" sz="1200">
                          <a:effectLst/>
                          <a:latin typeface="Segoe UI" panose="020B0502040204020203" pitchFamily="34" charset="0"/>
                        </a:rPr>
                        <a:t>Azure AI Content Safety</a:t>
                      </a:r>
                    </a:p>
                  </a:txBody>
                  <a:tcPr anchor="ctr">
                    <a:lnL>
                      <a:noFill/>
                    </a:lnL>
                    <a:lnR>
                      <a:noFill/>
                    </a:lnR>
                    <a:lnT>
                      <a:noFill/>
                    </a:lnT>
                    <a:lnB>
                      <a:noFill/>
                    </a:lnB>
                    <a:solidFill>
                      <a:srgbClr val="E8EAED"/>
                    </a:solidFill>
                  </a:tcPr>
                </a:tc>
                <a:extLst>
                  <a:ext uri="{0D108BD9-81ED-4DB2-BD59-A6C34878D82A}">
                    <a16:rowId xmlns:a16="http://schemas.microsoft.com/office/drawing/2014/main" val="1993546142"/>
                  </a:ext>
                </a:extLst>
              </a:tr>
              <a:tr h="0">
                <a:tc>
                  <a:txBody>
                    <a:bodyPr/>
                    <a:lstStyle/>
                    <a:p>
                      <a:pPr>
                        <a:buNone/>
                      </a:pPr>
                      <a:r>
                        <a:rPr lang="en-US" sz="1200">
                          <a:effectLst/>
                          <a:latin typeface="Segoe UI" panose="020B0502040204020203" pitchFamily="34" charset="0"/>
                        </a:rPr>
                        <a:t>Sensitive data (PII)</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Custom: send-request + set-body</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Azure AI Language</a:t>
                      </a:r>
                    </a:p>
                  </a:txBody>
                  <a:tcPr anchor="ctr">
                    <a:lnL>
                      <a:noFill/>
                    </a:lnL>
                    <a:lnR>
                      <a:noFill/>
                    </a:lnR>
                    <a:lnT>
                      <a:noFill/>
                    </a:lnT>
                    <a:lnB>
                      <a:noFill/>
                    </a:lnB>
                    <a:noFill/>
                  </a:tcPr>
                </a:tc>
                <a:extLst>
                  <a:ext uri="{0D108BD9-81ED-4DB2-BD59-A6C34878D82A}">
                    <a16:rowId xmlns:a16="http://schemas.microsoft.com/office/drawing/2014/main" val="3430981412"/>
                  </a:ext>
                </a:extLst>
              </a:tr>
              <a:tr h="0">
                <a:tc>
                  <a:txBody>
                    <a:bodyPr/>
                    <a:lstStyle/>
                    <a:p>
                      <a:pPr>
                        <a:buNone/>
                      </a:pPr>
                      <a:r>
                        <a:rPr lang="en-US" sz="1200">
                          <a:effectLst/>
                          <a:latin typeface="Segoe UI" panose="020B0502040204020203" pitchFamily="34" charset="0"/>
                        </a:rPr>
                        <a:t>Rate limits &amp; token quotas</a:t>
                      </a:r>
                    </a:p>
                  </a:txBody>
                  <a:tcPr anchor="ctr">
                    <a:lnL>
                      <a:noFill/>
                    </a:lnL>
                    <a:lnR>
                      <a:noFill/>
                    </a:lnR>
                    <a:lnT>
                      <a:noFill/>
                    </a:lnT>
                    <a:lnB>
                      <a:noFill/>
                    </a:lnB>
                    <a:solidFill>
                      <a:srgbClr val="E8EAED"/>
                    </a:solidFill>
                  </a:tcPr>
                </a:tc>
                <a:tc>
                  <a:txBody>
                    <a:bodyPr/>
                    <a:lstStyle/>
                    <a:p>
                      <a:pPr>
                        <a:buNone/>
                      </a:pPr>
                      <a:r>
                        <a:rPr lang="en-US" sz="1200">
                          <a:effectLst/>
                          <a:latin typeface="Segoe UI" panose="020B0502040204020203" pitchFamily="34" charset="0"/>
                        </a:rPr>
                        <a:t>llm-token-limit · products</a:t>
                      </a:r>
                    </a:p>
                  </a:txBody>
                  <a:tcPr anchor="ctr">
                    <a:lnL>
                      <a:noFill/>
                    </a:lnL>
                    <a:lnR>
                      <a:noFill/>
                    </a:lnR>
                    <a:lnT>
                      <a:noFill/>
                    </a:lnT>
                    <a:lnB>
                      <a:noFill/>
                    </a:lnB>
                    <a:solidFill>
                      <a:srgbClr val="E8EAED"/>
                    </a:solidFill>
                  </a:tcPr>
                </a:tc>
                <a:tc>
                  <a:txBody>
                    <a:bodyPr/>
                    <a:lstStyle/>
                    <a:p>
                      <a:pPr>
                        <a:buNone/>
                      </a:pPr>
                      <a:r>
                        <a:rPr lang="en-US" sz="1200">
                          <a:effectLst/>
                          <a:latin typeface="Segoe UI" panose="020B0502040204020203" pitchFamily="34" charset="0"/>
                        </a:rPr>
                        <a:t>Azure OpenAI PTU / Standard</a:t>
                      </a:r>
                    </a:p>
                  </a:txBody>
                  <a:tcPr anchor="ctr">
                    <a:lnL>
                      <a:noFill/>
                    </a:lnL>
                    <a:lnR>
                      <a:noFill/>
                    </a:lnR>
                    <a:lnT>
                      <a:noFill/>
                    </a:lnT>
                    <a:lnB>
                      <a:noFill/>
                    </a:lnB>
                    <a:solidFill>
                      <a:srgbClr val="E8EAED"/>
                    </a:solidFill>
                  </a:tcPr>
                </a:tc>
                <a:extLst>
                  <a:ext uri="{0D108BD9-81ED-4DB2-BD59-A6C34878D82A}">
                    <a16:rowId xmlns:a16="http://schemas.microsoft.com/office/drawing/2014/main" val="2499359452"/>
                  </a:ext>
                </a:extLst>
              </a:tr>
              <a:tr h="0">
                <a:tc>
                  <a:txBody>
                    <a:bodyPr/>
                    <a:lstStyle/>
                    <a:p>
                      <a:pPr>
                        <a:buNone/>
                      </a:pPr>
                      <a:r>
                        <a:rPr lang="en-US" sz="1200">
                          <a:effectLst/>
                          <a:latin typeface="Segoe UI" panose="020B0502040204020203" pitchFamily="34" charset="0"/>
                        </a:rPr>
                        <a:t>Semantic caching</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llm-semantic-cache-lookup / -store</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Azure Managed Redis · embeddings</a:t>
                      </a:r>
                    </a:p>
                  </a:txBody>
                  <a:tcPr anchor="ctr">
                    <a:lnL>
                      <a:noFill/>
                    </a:lnL>
                    <a:lnR>
                      <a:noFill/>
                    </a:lnR>
                    <a:lnT>
                      <a:noFill/>
                    </a:lnT>
                    <a:lnB>
                      <a:noFill/>
                    </a:lnB>
                    <a:noFill/>
                  </a:tcPr>
                </a:tc>
                <a:extLst>
                  <a:ext uri="{0D108BD9-81ED-4DB2-BD59-A6C34878D82A}">
                    <a16:rowId xmlns:a16="http://schemas.microsoft.com/office/drawing/2014/main" val="1678278181"/>
                  </a:ext>
                </a:extLst>
              </a:tr>
              <a:tr h="0">
                <a:tc>
                  <a:txBody>
                    <a:bodyPr/>
                    <a:lstStyle/>
                    <a:p>
                      <a:pPr>
                        <a:buNone/>
                      </a:pPr>
                      <a:r>
                        <a:rPr lang="en-US" sz="1200">
                          <a:effectLst/>
                          <a:latin typeface="Segoe UI" panose="020B0502040204020203" pitchFamily="34" charset="0"/>
                        </a:rPr>
                        <a:t>Routing &amp; fallback</a:t>
                      </a:r>
                    </a:p>
                  </a:txBody>
                  <a:tcPr anchor="ctr">
                    <a:lnL>
                      <a:noFill/>
                    </a:lnL>
                    <a:lnR>
                      <a:noFill/>
                    </a:lnR>
                    <a:lnT>
                      <a:noFill/>
                    </a:lnT>
                    <a:lnB>
                      <a:noFill/>
                    </a:lnB>
                    <a:solidFill>
                      <a:srgbClr val="E8EAED"/>
                    </a:solidFill>
                  </a:tcPr>
                </a:tc>
                <a:tc>
                  <a:txBody>
                    <a:bodyPr/>
                    <a:lstStyle/>
                    <a:p>
                      <a:pPr>
                        <a:buNone/>
                      </a:pPr>
                      <a:r>
                        <a:rPr lang="en-US" sz="1200">
                          <a:effectLst/>
                          <a:latin typeface="Segoe UI" panose="020B0502040204020203" pitchFamily="34" charset="0"/>
                        </a:rPr>
                        <a:t>Backend pools · circuit breaker · retry</a:t>
                      </a:r>
                    </a:p>
                  </a:txBody>
                  <a:tcPr anchor="ctr">
                    <a:lnL>
                      <a:noFill/>
                    </a:lnL>
                    <a:lnR>
                      <a:noFill/>
                    </a:lnR>
                    <a:lnT>
                      <a:noFill/>
                    </a:lnT>
                    <a:lnB>
                      <a:noFill/>
                    </a:lnB>
                    <a:solidFill>
                      <a:srgbClr val="E8EAED"/>
                    </a:solidFill>
                  </a:tcPr>
                </a:tc>
                <a:tc>
                  <a:txBody>
                    <a:bodyPr/>
                    <a:lstStyle/>
                    <a:p>
                      <a:pPr>
                        <a:buNone/>
                      </a:pPr>
                      <a:r>
                        <a:rPr lang="en-US" sz="1200">
                          <a:effectLst/>
                          <a:latin typeface="Segoe UI" panose="020B0502040204020203" pitchFamily="34" charset="0"/>
                        </a:rPr>
                        <a:t>Microsoft Foundry deployments</a:t>
                      </a:r>
                    </a:p>
                  </a:txBody>
                  <a:tcPr anchor="ctr">
                    <a:lnL>
                      <a:noFill/>
                    </a:lnL>
                    <a:lnR>
                      <a:noFill/>
                    </a:lnR>
                    <a:lnT>
                      <a:noFill/>
                    </a:lnT>
                    <a:lnB>
                      <a:noFill/>
                    </a:lnB>
                    <a:solidFill>
                      <a:srgbClr val="E8EAED"/>
                    </a:solidFill>
                  </a:tcPr>
                </a:tc>
                <a:extLst>
                  <a:ext uri="{0D108BD9-81ED-4DB2-BD59-A6C34878D82A}">
                    <a16:rowId xmlns:a16="http://schemas.microsoft.com/office/drawing/2014/main" val="115179171"/>
                  </a:ext>
                </a:extLst>
              </a:tr>
              <a:tr h="0">
                <a:tc>
                  <a:txBody>
                    <a:bodyPr/>
                    <a:lstStyle/>
                    <a:p>
                      <a:pPr>
                        <a:buNone/>
                      </a:pPr>
                      <a:r>
                        <a:rPr lang="en-US" sz="1200">
                          <a:effectLst/>
                          <a:latin typeface="Segoe UI" panose="020B0502040204020203" pitchFamily="34" charset="0"/>
                        </a:rPr>
                        <a:t>Token cost governance</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llm-emit-token-metric</a:t>
                      </a:r>
                    </a:p>
                  </a:txBody>
                  <a:tcPr anchor="ctr">
                    <a:lnL>
                      <a:noFill/>
                    </a:lnL>
                    <a:lnR>
                      <a:noFill/>
                    </a:lnR>
                    <a:lnT>
                      <a:noFill/>
                    </a:lnT>
                    <a:lnB>
                      <a:noFill/>
                    </a:lnB>
                    <a:noFill/>
                  </a:tcPr>
                </a:tc>
                <a:tc>
                  <a:txBody>
                    <a:bodyPr/>
                    <a:lstStyle/>
                    <a:p>
                      <a:pPr>
                        <a:buNone/>
                      </a:pPr>
                      <a:r>
                        <a:rPr lang="en-US" sz="1200">
                          <a:effectLst/>
                          <a:latin typeface="Segoe UI" panose="020B0502040204020203" pitchFamily="34" charset="0"/>
                        </a:rPr>
                        <a:t>Application Insights</a:t>
                      </a:r>
                    </a:p>
                  </a:txBody>
                  <a:tcPr anchor="ctr">
                    <a:lnL>
                      <a:noFill/>
                    </a:lnL>
                    <a:lnR>
                      <a:noFill/>
                    </a:lnR>
                    <a:lnT>
                      <a:noFill/>
                    </a:lnT>
                    <a:lnB>
                      <a:noFill/>
                    </a:lnB>
                    <a:noFill/>
                  </a:tcPr>
                </a:tc>
                <a:extLst>
                  <a:ext uri="{0D108BD9-81ED-4DB2-BD59-A6C34878D82A}">
                    <a16:rowId xmlns:a16="http://schemas.microsoft.com/office/drawing/2014/main" val="365630518"/>
                  </a:ext>
                </a:extLst>
              </a:tr>
              <a:tr h="0">
                <a:tc>
                  <a:txBody>
                    <a:bodyPr/>
                    <a:lstStyle/>
                    <a:p>
                      <a:pPr>
                        <a:buNone/>
                      </a:pPr>
                      <a:r>
                        <a:rPr lang="en-US" sz="1200">
                          <a:effectLst/>
                          <a:latin typeface="Segoe UI" panose="020B0502040204020203" pitchFamily="34" charset="0"/>
                        </a:rPr>
                        <a:t>Monitoring &amp; audit</a:t>
                      </a:r>
                    </a:p>
                  </a:txBody>
                  <a:tcPr anchor="ctr">
                    <a:lnL>
                      <a:noFill/>
                    </a:lnL>
                    <a:lnR>
                      <a:noFill/>
                    </a:lnR>
                    <a:lnT>
                      <a:noFill/>
                    </a:lnT>
                    <a:lnB>
                      <a:noFill/>
                    </a:lnB>
                    <a:solidFill>
                      <a:srgbClr val="E8EAED"/>
                    </a:solidFill>
                  </a:tcPr>
                </a:tc>
                <a:tc>
                  <a:txBody>
                    <a:bodyPr/>
                    <a:lstStyle/>
                    <a:p>
                      <a:pPr>
                        <a:buNone/>
                      </a:pPr>
                      <a:r>
                        <a:rPr lang="en-US" sz="1200">
                          <a:effectLst/>
                          <a:latin typeface="Segoe UI" panose="020B0502040204020203" pitchFamily="34" charset="0"/>
                        </a:rPr>
                        <a:t>Diagnostic settings (gateway + LLM logs)</a:t>
                      </a:r>
                    </a:p>
                  </a:txBody>
                  <a:tcPr anchor="ctr">
                    <a:lnL>
                      <a:noFill/>
                    </a:lnL>
                    <a:lnR>
                      <a:noFill/>
                    </a:lnR>
                    <a:lnT>
                      <a:noFill/>
                    </a:lnT>
                    <a:lnB>
                      <a:noFill/>
                    </a:lnB>
                    <a:solidFill>
                      <a:srgbClr val="E8EAED"/>
                    </a:solidFill>
                  </a:tcPr>
                </a:tc>
                <a:tc>
                  <a:txBody>
                    <a:bodyPr/>
                    <a:lstStyle/>
                    <a:p>
                      <a:pPr>
                        <a:buNone/>
                      </a:pPr>
                      <a:r>
                        <a:rPr lang="en-US" sz="1200">
                          <a:effectLst/>
                          <a:latin typeface="Segoe UI" panose="020B0502040204020203" pitchFamily="34" charset="0"/>
                        </a:rPr>
                        <a:t>Log Analytics · Azure Monitor</a:t>
                      </a:r>
                    </a:p>
                  </a:txBody>
                  <a:tcPr anchor="ctr">
                    <a:lnL>
                      <a:noFill/>
                    </a:lnL>
                    <a:lnR>
                      <a:noFill/>
                    </a:lnR>
                    <a:lnT>
                      <a:noFill/>
                    </a:lnT>
                    <a:lnB>
                      <a:noFill/>
                    </a:lnB>
                    <a:solidFill>
                      <a:srgbClr val="E8EAED"/>
                    </a:solidFill>
                  </a:tcPr>
                </a:tc>
                <a:extLst>
                  <a:ext uri="{0D108BD9-81ED-4DB2-BD59-A6C34878D82A}">
                    <a16:rowId xmlns:a16="http://schemas.microsoft.com/office/drawing/2014/main" val="878227964"/>
                  </a:ext>
                </a:extLst>
              </a:tr>
            </a:tbl>
          </a:graphicData>
        </a:graphic>
      </p:graphicFrame>
    </p:spTree>
    <p:extLst>
      <p:ext uri="{BB962C8B-B14F-4D97-AF65-F5344CB8AC3E}">
        <p14:creationId xmlns:p14="http://schemas.microsoft.com/office/powerpoint/2010/main" val="41962317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4814" name="Rectangle 4813">
            <a:extLst>
              <a:ext uri="{FF2B5EF4-FFF2-40B4-BE49-F238E27FC236}">
                <a16:creationId xmlns:a16="http://schemas.microsoft.com/office/drawing/2014/main" id="{4D7E58F9-3191-426D-800D-B4B90EF68705}"/>
              </a:ext>
            </a:extLst>
          </p:cNvPr>
          <p:cNvSpPr/>
          <p:nvPr/>
        </p:nvSpPr>
        <p:spPr>
          <a:xfrm>
            <a:off x="457200" y="430000"/>
            <a:ext cx="11277600" cy="31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panose="020B0502040204020203" pitchFamily="34" charset="0"/>
              </a:rPr>
              <a:t>SHARED RESPONSIBILITY</a:t>
            </a:r>
          </a:p>
          <a:p>
            <a:pPr algn="l">
              <a:buNone/>
            </a:pPr>
            <a:r>
              <a:rPr lang="en-US" sz="100">
                <a:effectLst/>
              </a:rPr>
              <a:t> </a:t>
            </a:r>
            <a:endParaRPr lang="en-US"/>
          </a:p>
        </p:txBody>
      </p:sp>
      <p:sp>
        <p:nvSpPr>
          <p:cNvPr id="4841" name="Rectangle 4840">
            <a:extLst>
              <a:ext uri="{FF2B5EF4-FFF2-40B4-BE49-F238E27FC236}">
                <a16:creationId xmlns:a16="http://schemas.microsoft.com/office/drawing/2014/main" id="{306F1F1A-9977-342A-1DEE-D532B050F6D6}"/>
              </a:ext>
            </a:extLst>
          </p:cNvPr>
          <p:cNvSpPr/>
          <p:nvPr/>
        </p:nvSpPr>
        <p:spPr>
          <a:xfrm>
            <a:off x="457200" y="740000"/>
            <a:ext cx="11277600" cy="6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62947"/>
                </a:solidFill>
                <a:effectLst/>
                <a:latin typeface="Segoe UI" panose="020B0502040204020203" pitchFamily="34" charset="0"/>
              </a:rPr>
              <a:t>One layer in defense-in-depth</a:t>
            </a:r>
          </a:p>
          <a:p>
            <a:pPr algn="l">
              <a:buNone/>
            </a:pPr>
            <a:r>
              <a:rPr lang="en-US" sz="100">
                <a:effectLst/>
              </a:rPr>
              <a:t> </a:t>
            </a:r>
            <a:endParaRPr lang="en-US"/>
          </a:p>
        </p:txBody>
      </p:sp>
      <p:sp>
        <p:nvSpPr>
          <p:cNvPr id="7155" name="Rectangle 7154">
            <a:extLst>
              <a:ext uri="{FF2B5EF4-FFF2-40B4-BE49-F238E27FC236}">
                <a16:creationId xmlns:a16="http://schemas.microsoft.com/office/drawing/2014/main" id="{C30BA0DC-D11D-A382-F95D-AC5EBB96804C}"/>
              </a:ext>
            </a:extLst>
          </p:cNvPr>
          <p:cNvSpPr/>
          <p:nvPr/>
        </p:nvSpPr>
        <p:spPr>
          <a:xfrm>
            <a:off x="457200" y="1650000"/>
            <a:ext cx="5488800" cy="3850000"/>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80" name="Rectangle 7179">
            <a:extLst>
              <a:ext uri="{FF2B5EF4-FFF2-40B4-BE49-F238E27FC236}">
                <a16:creationId xmlns:a16="http://schemas.microsoft.com/office/drawing/2014/main" id="{5386D924-1795-B023-05ED-273A1C118895}"/>
              </a:ext>
            </a:extLst>
          </p:cNvPr>
          <p:cNvSpPr/>
          <p:nvPr/>
        </p:nvSpPr>
        <p:spPr>
          <a:xfrm>
            <a:off x="707200" y="1870000"/>
            <a:ext cx="4988800" cy="4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0078D4"/>
                </a:solidFill>
                <a:effectLst/>
                <a:latin typeface="Segoe UI" panose="020B0502040204020203" pitchFamily="34" charset="0"/>
              </a:rPr>
              <a:t>What the gateway provides</a:t>
            </a:r>
          </a:p>
          <a:p>
            <a:pPr algn="l">
              <a:buNone/>
            </a:pPr>
            <a:r>
              <a:rPr lang="en-US" sz="100">
                <a:effectLst/>
              </a:rPr>
              <a:t> </a:t>
            </a:r>
            <a:endParaRPr lang="en-US"/>
          </a:p>
        </p:txBody>
      </p:sp>
      <p:sp>
        <p:nvSpPr>
          <p:cNvPr id="7206" name="Rectangle 7205">
            <a:extLst>
              <a:ext uri="{FF2B5EF4-FFF2-40B4-BE49-F238E27FC236}">
                <a16:creationId xmlns:a16="http://schemas.microsoft.com/office/drawing/2014/main" id="{D809691A-D8D3-49E8-53E8-E650C272037D}"/>
              </a:ext>
            </a:extLst>
          </p:cNvPr>
          <p:cNvSpPr/>
          <p:nvPr/>
        </p:nvSpPr>
        <p:spPr>
          <a:xfrm>
            <a:off x="1107200" y="2450000"/>
            <a:ext cx="4588800" cy="38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62947"/>
                </a:solidFill>
                <a:effectLst/>
                <a:latin typeface="Segoe UI" panose="020B0502040204020203" pitchFamily="34" charset="0"/>
              </a:rPr>
              <a:t>Central policy enforcement for AI traffic</a:t>
            </a:r>
          </a:p>
          <a:p>
            <a:pPr algn="l">
              <a:buNone/>
            </a:pPr>
            <a:r>
              <a:rPr lang="en-US" sz="100">
                <a:effectLst/>
              </a:rPr>
              <a:t> </a:t>
            </a:r>
            <a:endParaRPr lang="en-US"/>
          </a:p>
        </p:txBody>
      </p:sp>
      <p:sp>
        <p:nvSpPr>
          <p:cNvPr id="7233" name="Rectangle 7232">
            <a:extLst>
              <a:ext uri="{FF2B5EF4-FFF2-40B4-BE49-F238E27FC236}">
                <a16:creationId xmlns:a16="http://schemas.microsoft.com/office/drawing/2014/main" id="{7C87452C-704C-C48E-67B9-819E9B352971}"/>
              </a:ext>
            </a:extLst>
          </p:cNvPr>
          <p:cNvSpPr/>
          <p:nvPr/>
        </p:nvSpPr>
        <p:spPr>
          <a:xfrm>
            <a:off x="707200" y="2454300"/>
            <a:ext cx="38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0078D4"/>
                </a:solidFill>
                <a:effectLst/>
                <a:latin typeface="Segoe UI" panose="020B0502040204020203" pitchFamily="34" charset="0"/>
              </a:rPr>
              <a:t>✓</a:t>
            </a:r>
          </a:p>
          <a:p>
            <a:pPr algn="ctr">
              <a:buNone/>
            </a:pPr>
            <a:r>
              <a:rPr lang="en-US" sz="100">
                <a:effectLst/>
              </a:rPr>
              <a:t> </a:t>
            </a:r>
            <a:endParaRPr lang="en-US"/>
          </a:p>
        </p:txBody>
      </p:sp>
      <p:sp>
        <p:nvSpPr>
          <p:cNvPr id="7261" name="Rectangle 7260">
            <a:extLst>
              <a:ext uri="{FF2B5EF4-FFF2-40B4-BE49-F238E27FC236}">
                <a16:creationId xmlns:a16="http://schemas.microsoft.com/office/drawing/2014/main" id="{7F95F172-CC5F-5E8E-EFDA-9A3CAFEFD65E}"/>
              </a:ext>
            </a:extLst>
          </p:cNvPr>
          <p:cNvSpPr/>
          <p:nvPr/>
        </p:nvSpPr>
        <p:spPr>
          <a:xfrm>
            <a:off x="1107200" y="3010000"/>
            <a:ext cx="4588800" cy="38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62947"/>
                </a:solidFill>
                <a:effectLst/>
                <a:latin typeface="Segoe UI" panose="020B0502040204020203" pitchFamily="34" charset="0"/>
              </a:rPr>
              <a:t>Identity-based access to approved models</a:t>
            </a:r>
          </a:p>
          <a:p>
            <a:pPr algn="l">
              <a:buNone/>
            </a:pPr>
            <a:r>
              <a:rPr lang="en-US" sz="100">
                <a:effectLst/>
              </a:rPr>
              <a:t> </a:t>
            </a:r>
            <a:endParaRPr lang="en-US"/>
          </a:p>
        </p:txBody>
      </p:sp>
      <p:sp>
        <p:nvSpPr>
          <p:cNvPr id="7290" name="Rectangle 7289">
            <a:extLst>
              <a:ext uri="{FF2B5EF4-FFF2-40B4-BE49-F238E27FC236}">
                <a16:creationId xmlns:a16="http://schemas.microsoft.com/office/drawing/2014/main" id="{374DF55B-D929-3E72-8004-9003F0DF0D48}"/>
              </a:ext>
            </a:extLst>
          </p:cNvPr>
          <p:cNvSpPr/>
          <p:nvPr/>
        </p:nvSpPr>
        <p:spPr>
          <a:xfrm>
            <a:off x="707200" y="3014300"/>
            <a:ext cx="38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0078D4"/>
                </a:solidFill>
                <a:effectLst/>
                <a:latin typeface="Segoe UI" panose="020B0502040204020203" pitchFamily="34" charset="0"/>
              </a:rPr>
              <a:t>✓</a:t>
            </a:r>
          </a:p>
          <a:p>
            <a:pPr algn="ctr">
              <a:buNone/>
            </a:pPr>
            <a:r>
              <a:rPr lang="en-US" sz="100">
                <a:effectLst/>
              </a:rPr>
              <a:t> </a:t>
            </a:r>
            <a:endParaRPr lang="en-US"/>
          </a:p>
        </p:txBody>
      </p:sp>
      <p:sp>
        <p:nvSpPr>
          <p:cNvPr id="7320" name="Rectangle 7319">
            <a:extLst>
              <a:ext uri="{FF2B5EF4-FFF2-40B4-BE49-F238E27FC236}">
                <a16:creationId xmlns:a16="http://schemas.microsoft.com/office/drawing/2014/main" id="{F7CA3C61-B674-C4FE-457D-E64A78572CB9}"/>
              </a:ext>
            </a:extLst>
          </p:cNvPr>
          <p:cNvSpPr/>
          <p:nvPr/>
        </p:nvSpPr>
        <p:spPr>
          <a:xfrm>
            <a:off x="1107200" y="3570000"/>
            <a:ext cx="4588800" cy="38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62947"/>
                </a:solidFill>
                <a:effectLst/>
                <a:latin typeface="Segoe UI" panose="020B0502040204020203" pitchFamily="34" charset="0"/>
              </a:rPr>
              <a:t>Content and PII screening, as configured</a:t>
            </a:r>
          </a:p>
          <a:p>
            <a:pPr algn="l">
              <a:buNone/>
            </a:pPr>
            <a:r>
              <a:rPr lang="en-US" sz="100">
                <a:effectLst/>
              </a:rPr>
              <a:t> </a:t>
            </a:r>
            <a:endParaRPr lang="en-US"/>
          </a:p>
        </p:txBody>
      </p:sp>
      <p:sp>
        <p:nvSpPr>
          <p:cNvPr id="7351" name="Rectangle 7350">
            <a:extLst>
              <a:ext uri="{FF2B5EF4-FFF2-40B4-BE49-F238E27FC236}">
                <a16:creationId xmlns:a16="http://schemas.microsoft.com/office/drawing/2014/main" id="{20ECC7BF-606F-C082-2CAD-811BBC4185E7}"/>
              </a:ext>
            </a:extLst>
          </p:cNvPr>
          <p:cNvSpPr/>
          <p:nvPr/>
        </p:nvSpPr>
        <p:spPr>
          <a:xfrm>
            <a:off x="707200" y="3574300"/>
            <a:ext cx="38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0078D4"/>
                </a:solidFill>
                <a:effectLst/>
                <a:latin typeface="Segoe UI" panose="020B0502040204020203" pitchFamily="34" charset="0"/>
              </a:rPr>
              <a:t>✓</a:t>
            </a:r>
          </a:p>
          <a:p>
            <a:pPr algn="ctr">
              <a:buNone/>
            </a:pPr>
            <a:r>
              <a:rPr lang="en-US" sz="100">
                <a:effectLst/>
              </a:rPr>
              <a:t> </a:t>
            </a:r>
            <a:endParaRPr lang="en-US"/>
          </a:p>
        </p:txBody>
      </p:sp>
      <p:sp>
        <p:nvSpPr>
          <p:cNvPr id="7383" name="Rectangle 7382">
            <a:extLst>
              <a:ext uri="{FF2B5EF4-FFF2-40B4-BE49-F238E27FC236}">
                <a16:creationId xmlns:a16="http://schemas.microsoft.com/office/drawing/2014/main" id="{401DF6E3-D3B1-E6DD-E14A-130390D91DE9}"/>
              </a:ext>
            </a:extLst>
          </p:cNvPr>
          <p:cNvSpPr/>
          <p:nvPr/>
        </p:nvSpPr>
        <p:spPr>
          <a:xfrm>
            <a:off x="1107200" y="4130000"/>
            <a:ext cx="4588800" cy="38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62947"/>
                </a:solidFill>
                <a:effectLst/>
                <a:latin typeface="Segoe UI" panose="020B0502040204020203" pitchFamily="34" charset="0"/>
              </a:rPr>
              <a:t>Token limits, routing and caching</a:t>
            </a:r>
          </a:p>
          <a:p>
            <a:pPr algn="l">
              <a:buNone/>
            </a:pPr>
            <a:r>
              <a:rPr lang="en-US" sz="100">
                <a:effectLst/>
              </a:rPr>
              <a:t> </a:t>
            </a:r>
            <a:endParaRPr lang="en-US"/>
          </a:p>
        </p:txBody>
      </p:sp>
      <p:sp>
        <p:nvSpPr>
          <p:cNvPr id="7416" name="Rectangle 7415">
            <a:extLst>
              <a:ext uri="{FF2B5EF4-FFF2-40B4-BE49-F238E27FC236}">
                <a16:creationId xmlns:a16="http://schemas.microsoft.com/office/drawing/2014/main" id="{1F14EB59-73BC-EDBE-3DF4-58A9922D50B1}"/>
              </a:ext>
            </a:extLst>
          </p:cNvPr>
          <p:cNvSpPr/>
          <p:nvPr/>
        </p:nvSpPr>
        <p:spPr>
          <a:xfrm>
            <a:off x="707200" y="4134300"/>
            <a:ext cx="38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0078D4"/>
                </a:solidFill>
                <a:effectLst/>
                <a:latin typeface="Segoe UI" panose="020B0502040204020203" pitchFamily="34" charset="0"/>
              </a:rPr>
              <a:t>✓</a:t>
            </a:r>
          </a:p>
          <a:p>
            <a:pPr algn="ctr">
              <a:buNone/>
            </a:pPr>
            <a:r>
              <a:rPr lang="en-US" sz="100">
                <a:effectLst/>
              </a:rPr>
              <a:t> </a:t>
            </a:r>
            <a:endParaRPr lang="en-US"/>
          </a:p>
        </p:txBody>
      </p:sp>
      <p:sp>
        <p:nvSpPr>
          <p:cNvPr id="7450" name="Rectangle 7449">
            <a:extLst>
              <a:ext uri="{FF2B5EF4-FFF2-40B4-BE49-F238E27FC236}">
                <a16:creationId xmlns:a16="http://schemas.microsoft.com/office/drawing/2014/main" id="{1F438212-396B-29A6-5C92-2847C7C9ABBD}"/>
              </a:ext>
            </a:extLst>
          </p:cNvPr>
          <p:cNvSpPr/>
          <p:nvPr/>
        </p:nvSpPr>
        <p:spPr>
          <a:xfrm>
            <a:off x="1107200" y="4690000"/>
            <a:ext cx="4588800" cy="38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62947"/>
                </a:solidFill>
                <a:effectLst/>
                <a:latin typeface="Segoe UI" panose="020B0502040204020203" pitchFamily="34" charset="0"/>
              </a:rPr>
              <a:t>Metrics and logs as audit evidence</a:t>
            </a:r>
          </a:p>
          <a:p>
            <a:pPr algn="l">
              <a:buNone/>
            </a:pPr>
            <a:r>
              <a:rPr lang="en-US" sz="100">
                <a:effectLst/>
              </a:rPr>
              <a:t> </a:t>
            </a:r>
            <a:endParaRPr lang="en-US"/>
          </a:p>
        </p:txBody>
      </p:sp>
      <p:sp>
        <p:nvSpPr>
          <p:cNvPr id="7485" name="Rectangle 7484">
            <a:extLst>
              <a:ext uri="{FF2B5EF4-FFF2-40B4-BE49-F238E27FC236}">
                <a16:creationId xmlns:a16="http://schemas.microsoft.com/office/drawing/2014/main" id="{1EE9A8F4-2FFE-B065-5A12-CD7359B1615B}"/>
              </a:ext>
            </a:extLst>
          </p:cNvPr>
          <p:cNvSpPr/>
          <p:nvPr/>
        </p:nvSpPr>
        <p:spPr>
          <a:xfrm>
            <a:off x="707200" y="4694300"/>
            <a:ext cx="38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0078D4"/>
                </a:solidFill>
                <a:effectLst/>
                <a:latin typeface="Segoe UI" panose="020B0502040204020203" pitchFamily="34" charset="0"/>
              </a:rPr>
              <a:t>✓</a:t>
            </a:r>
          </a:p>
          <a:p>
            <a:pPr algn="ctr">
              <a:buNone/>
            </a:pPr>
            <a:r>
              <a:rPr lang="en-US" sz="100">
                <a:effectLst/>
              </a:rPr>
              <a:t> </a:t>
            </a:r>
            <a:endParaRPr lang="en-US"/>
          </a:p>
        </p:txBody>
      </p:sp>
      <p:sp>
        <p:nvSpPr>
          <p:cNvPr id="7521" name="Rectangle 7520">
            <a:extLst>
              <a:ext uri="{FF2B5EF4-FFF2-40B4-BE49-F238E27FC236}">
                <a16:creationId xmlns:a16="http://schemas.microsoft.com/office/drawing/2014/main" id="{6A3E7E74-D8CC-CECF-0C1D-94FD18CBD1E3}"/>
              </a:ext>
            </a:extLst>
          </p:cNvPr>
          <p:cNvSpPr/>
          <p:nvPr/>
        </p:nvSpPr>
        <p:spPr>
          <a:xfrm>
            <a:off x="6246000" y="1650000"/>
            <a:ext cx="5488800" cy="3850000"/>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58" name="Rectangle 7557">
            <a:extLst>
              <a:ext uri="{FF2B5EF4-FFF2-40B4-BE49-F238E27FC236}">
                <a16:creationId xmlns:a16="http://schemas.microsoft.com/office/drawing/2014/main" id="{2EE9166A-3A4B-F89B-B735-3711CFA01C8A}"/>
              </a:ext>
            </a:extLst>
          </p:cNvPr>
          <p:cNvSpPr/>
          <p:nvPr/>
        </p:nvSpPr>
        <p:spPr>
          <a:xfrm>
            <a:off x="6496000" y="1870000"/>
            <a:ext cx="4988800" cy="4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62947"/>
                </a:solidFill>
                <a:effectLst/>
                <a:latin typeface="Segoe UI" panose="020B0502040204020203" pitchFamily="34" charset="0"/>
              </a:rPr>
              <a:t>What it does not do on its own</a:t>
            </a:r>
          </a:p>
          <a:p>
            <a:pPr algn="l">
              <a:buNone/>
            </a:pPr>
            <a:r>
              <a:rPr lang="en-US" sz="100">
                <a:effectLst/>
              </a:rPr>
              <a:t> </a:t>
            </a:r>
            <a:endParaRPr lang="en-US"/>
          </a:p>
        </p:txBody>
      </p:sp>
      <p:sp>
        <p:nvSpPr>
          <p:cNvPr id="7596" name="Rectangle 7595">
            <a:extLst>
              <a:ext uri="{FF2B5EF4-FFF2-40B4-BE49-F238E27FC236}">
                <a16:creationId xmlns:a16="http://schemas.microsoft.com/office/drawing/2014/main" id="{7B9F65BB-A7C4-17D2-7889-62E8836F14AE}"/>
              </a:ext>
            </a:extLst>
          </p:cNvPr>
          <p:cNvSpPr/>
          <p:nvPr/>
        </p:nvSpPr>
        <p:spPr>
          <a:xfrm>
            <a:off x="6896000" y="2450000"/>
            <a:ext cx="4588800" cy="61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62947"/>
                </a:solidFill>
                <a:effectLst/>
                <a:latin typeface="Segoe UI" panose="020B0502040204020203" pitchFamily="34" charset="0"/>
              </a:rPr>
              <a:t>Guarantee regulatory compliance (e.g., CNBV, Banxico)</a:t>
            </a:r>
          </a:p>
          <a:p>
            <a:pPr algn="l">
              <a:buNone/>
            </a:pPr>
            <a:r>
              <a:rPr lang="en-US" sz="100">
                <a:effectLst/>
              </a:rPr>
              <a:t> </a:t>
            </a:r>
            <a:endParaRPr lang="en-US"/>
          </a:p>
        </p:txBody>
      </p:sp>
      <p:sp>
        <p:nvSpPr>
          <p:cNvPr id="7635" name="Rectangle 7634">
            <a:extLst>
              <a:ext uri="{FF2B5EF4-FFF2-40B4-BE49-F238E27FC236}">
                <a16:creationId xmlns:a16="http://schemas.microsoft.com/office/drawing/2014/main" id="{410A142E-2403-084B-6E7B-725F4E24293B}"/>
              </a:ext>
            </a:extLst>
          </p:cNvPr>
          <p:cNvSpPr/>
          <p:nvPr/>
        </p:nvSpPr>
        <p:spPr>
          <a:xfrm>
            <a:off x="6496000" y="2454300"/>
            <a:ext cx="38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62947"/>
                </a:solidFill>
                <a:effectLst/>
                <a:latin typeface="Segoe UI" panose="020B0502040204020203" pitchFamily="34" charset="0"/>
              </a:rPr>
              <a:t>✕</a:t>
            </a:r>
          </a:p>
          <a:p>
            <a:pPr algn="ctr">
              <a:buNone/>
            </a:pPr>
            <a:r>
              <a:rPr lang="en-US" sz="100">
                <a:effectLst/>
              </a:rPr>
              <a:t> </a:t>
            </a:r>
            <a:endParaRPr lang="en-US"/>
          </a:p>
        </p:txBody>
      </p:sp>
      <p:sp>
        <p:nvSpPr>
          <p:cNvPr id="7675" name="Rectangle 7674">
            <a:extLst>
              <a:ext uri="{FF2B5EF4-FFF2-40B4-BE49-F238E27FC236}">
                <a16:creationId xmlns:a16="http://schemas.microsoft.com/office/drawing/2014/main" id="{C4BB23F7-4AC5-9EFB-80A1-AF58FBC1BD72}"/>
              </a:ext>
            </a:extLst>
          </p:cNvPr>
          <p:cNvSpPr/>
          <p:nvPr/>
        </p:nvSpPr>
        <p:spPr>
          <a:xfrm>
            <a:off x="6896000" y="3187200"/>
            <a:ext cx="4588800" cy="38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62947"/>
                </a:solidFill>
                <a:effectLst/>
                <a:latin typeface="Segoe UI" panose="020B0502040204020203" pitchFamily="34" charset="0"/>
              </a:rPr>
              <a:t>Prevent every possible data leak</a:t>
            </a:r>
          </a:p>
          <a:p>
            <a:pPr algn="l">
              <a:buNone/>
            </a:pPr>
            <a:r>
              <a:rPr lang="en-US" sz="100">
                <a:effectLst/>
              </a:rPr>
              <a:t> </a:t>
            </a:r>
            <a:endParaRPr lang="en-US"/>
          </a:p>
        </p:txBody>
      </p:sp>
      <p:sp>
        <p:nvSpPr>
          <p:cNvPr id="7716" name="Rectangle 7715">
            <a:extLst>
              <a:ext uri="{FF2B5EF4-FFF2-40B4-BE49-F238E27FC236}">
                <a16:creationId xmlns:a16="http://schemas.microsoft.com/office/drawing/2014/main" id="{2AA5AACA-991C-AD59-9C92-F46695C20443}"/>
              </a:ext>
            </a:extLst>
          </p:cNvPr>
          <p:cNvSpPr/>
          <p:nvPr/>
        </p:nvSpPr>
        <p:spPr>
          <a:xfrm>
            <a:off x="6496000" y="3191500"/>
            <a:ext cx="38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62947"/>
                </a:solidFill>
                <a:effectLst/>
                <a:latin typeface="Segoe UI" panose="020B0502040204020203" pitchFamily="34" charset="0"/>
              </a:rPr>
              <a:t>✕</a:t>
            </a:r>
          </a:p>
          <a:p>
            <a:pPr algn="ctr">
              <a:buNone/>
            </a:pPr>
            <a:r>
              <a:rPr lang="en-US" sz="100">
                <a:effectLst/>
              </a:rPr>
              <a:t> </a:t>
            </a:r>
            <a:endParaRPr lang="en-US"/>
          </a:p>
        </p:txBody>
      </p:sp>
      <p:sp>
        <p:nvSpPr>
          <p:cNvPr id="7758" name="Rectangle 7757">
            <a:extLst>
              <a:ext uri="{FF2B5EF4-FFF2-40B4-BE49-F238E27FC236}">
                <a16:creationId xmlns:a16="http://schemas.microsoft.com/office/drawing/2014/main" id="{21EE4DB1-FBE5-490C-7398-25C31025A4DD}"/>
              </a:ext>
            </a:extLst>
          </p:cNvPr>
          <p:cNvSpPr/>
          <p:nvPr/>
        </p:nvSpPr>
        <p:spPr>
          <a:xfrm>
            <a:off x="6896000" y="3695800"/>
            <a:ext cx="4588800" cy="38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62947"/>
                </a:solidFill>
                <a:effectLst/>
                <a:latin typeface="Segoe UI" panose="020B0502040204020203" pitchFamily="34" charset="0"/>
              </a:rPr>
              <a:t>Replace identity management</a:t>
            </a:r>
          </a:p>
          <a:p>
            <a:pPr algn="l">
              <a:buNone/>
            </a:pPr>
            <a:r>
              <a:rPr lang="en-US" sz="100">
                <a:effectLst/>
              </a:rPr>
              <a:t> </a:t>
            </a:r>
            <a:endParaRPr lang="en-US"/>
          </a:p>
        </p:txBody>
      </p:sp>
      <p:sp>
        <p:nvSpPr>
          <p:cNvPr id="7801" name="Rectangle 7800">
            <a:extLst>
              <a:ext uri="{FF2B5EF4-FFF2-40B4-BE49-F238E27FC236}">
                <a16:creationId xmlns:a16="http://schemas.microsoft.com/office/drawing/2014/main" id="{2CD98242-29E0-D840-B832-9D328A8A6459}"/>
              </a:ext>
            </a:extLst>
          </p:cNvPr>
          <p:cNvSpPr/>
          <p:nvPr/>
        </p:nvSpPr>
        <p:spPr>
          <a:xfrm>
            <a:off x="6496000" y="3700100"/>
            <a:ext cx="38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62947"/>
                </a:solidFill>
                <a:effectLst/>
                <a:latin typeface="Segoe UI" panose="020B0502040204020203" pitchFamily="34" charset="0"/>
              </a:rPr>
              <a:t>✕</a:t>
            </a:r>
          </a:p>
          <a:p>
            <a:pPr algn="ctr">
              <a:buNone/>
            </a:pPr>
            <a:r>
              <a:rPr lang="en-US" sz="100">
                <a:effectLst/>
              </a:rPr>
              <a:t> </a:t>
            </a:r>
            <a:endParaRPr lang="en-US"/>
          </a:p>
        </p:txBody>
      </p:sp>
      <p:sp>
        <p:nvSpPr>
          <p:cNvPr id="7845" name="Rectangle 7844">
            <a:extLst>
              <a:ext uri="{FF2B5EF4-FFF2-40B4-BE49-F238E27FC236}">
                <a16:creationId xmlns:a16="http://schemas.microsoft.com/office/drawing/2014/main" id="{96798894-DACB-83AE-E126-72D849D6B3B1}"/>
              </a:ext>
            </a:extLst>
          </p:cNvPr>
          <p:cNvSpPr/>
          <p:nvPr/>
        </p:nvSpPr>
        <p:spPr>
          <a:xfrm>
            <a:off x="6896000" y="4204400"/>
            <a:ext cx="4588800" cy="38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62947"/>
                </a:solidFill>
                <a:effectLst/>
                <a:latin typeface="Segoe UI" panose="020B0502040204020203" pitchFamily="34" charset="0"/>
              </a:rPr>
              <a:t>Replace data governance and DLP</a:t>
            </a:r>
          </a:p>
          <a:p>
            <a:pPr algn="l">
              <a:buNone/>
            </a:pPr>
            <a:r>
              <a:rPr lang="en-US" sz="100">
                <a:effectLst/>
              </a:rPr>
              <a:t> </a:t>
            </a:r>
            <a:endParaRPr lang="en-US"/>
          </a:p>
        </p:txBody>
      </p:sp>
      <p:sp>
        <p:nvSpPr>
          <p:cNvPr id="7890" name="Rectangle 7889">
            <a:extLst>
              <a:ext uri="{FF2B5EF4-FFF2-40B4-BE49-F238E27FC236}">
                <a16:creationId xmlns:a16="http://schemas.microsoft.com/office/drawing/2014/main" id="{9FC64F3C-9E8C-5261-3BF8-C1EF20A061CC}"/>
              </a:ext>
            </a:extLst>
          </p:cNvPr>
          <p:cNvSpPr/>
          <p:nvPr/>
        </p:nvSpPr>
        <p:spPr>
          <a:xfrm>
            <a:off x="6496000" y="4208700"/>
            <a:ext cx="38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62947"/>
                </a:solidFill>
                <a:effectLst/>
                <a:latin typeface="Segoe UI" panose="020B0502040204020203" pitchFamily="34" charset="0"/>
              </a:rPr>
              <a:t>✕</a:t>
            </a:r>
          </a:p>
          <a:p>
            <a:pPr algn="ctr">
              <a:buNone/>
            </a:pPr>
            <a:r>
              <a:rPr lang="en-US" sz="100">
                <a:effectLst/>
              </a:rPr>
              <a:t> </a:t>
            </a:r>
            <a:endParaRPr lang="en-US"/>
          </a:p>
        </p:txBody>
      </p:sp>
      <p:sp>
        <p:nvSpPr>
          <p:cNvPr id="7936" name="Rectangle 7935">
            <a:extLst>
              <a:ext uri="{FF2B5EF4-FFF2-40B4-BE49-F238E27FC236}">
                <a16:creationId xmlns:a16="http://schemas.microsoft.com/office/drawing/2014/main" id="{CA34C534-5ECC-82E4-0634-27AF8E9CB170}"/>
              </a:ext>
            </a:extLst>
          </p:cNvPr>
          <p:cNvSpPr/>
          <p:nvPr/>
        </p:nvSpPr>
        <p:spPr>
          <a:xfrm>
            <a:off x="6896000" y="4713000"/>
            <a:ext cx="4588800" cy="61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62947"/>
                </a:solidFill>
                <a:effectLst/>
                <a:latin typeface="Segoe UI" panose="020B0502040204020203" pitchFamily="34" charset="0"/>
              </a:rPr>
              <a:t>Replace model content filters or app-level security</a:t>
            </a:r>
          </a:p>
          <a:p>
            <a:pPr algn="l">
              <a:buNone/>
            </a:pPr>
            <a:r>
              <a:rPr lang="en-US" sz="100">
                <a:effectLst/>
              </a:rPr>
              <a:t> </a:t>
            </a:r>
            <a:endParaRPr lang="en-US"/>
          </a:p>
        </p:txBody>
      </p:sp>
      <p:sp>
        <p:nvSpPr>
          <p:cNvPr id="7983" name="Rectangle 7982">
            <a:extLst>
              <a:ext uri="{FF2B5EF4-FFF2-40B4-BE49-F238E27FC236}">
                <a16:creationId xmlns:a16="http://schemas.microsoft.com/office/drawing/2014/main" id="{F8647728-9FB5-1336-02DA-3311E9B0C86A}"/>
              </a:ext>
            </a:extLst>
          </p:cNvPr>
          <p:cNvSpPr/>
          <p:nvPr/>
        </p:nvSpPr>
        <p:spPr>
          <a:xfrm>
            <a:off x="6496000" y="4717300"/>
            <a:ext cx="380000" cy="38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62947"/>
                </a:solidFill>
                <a:effectLst/>
                <a:latin typeface="Segoe UI" panose="020B0502040204020203" pitchFamily="34" charset="0"/>
              </a:rPr>
              <a:t>✕</a:t>
            </a:r>
          </a:p>
          <a:p>
            <a:pPr algn="ctr">
              <a:buNone/>
            </a:pPr>
            <a:r>
              <a:rPr lang="en-US" sz="100">
                <a:effectLst/>
              </a:rPr>
              <a:t> </a:t>
            </a:r>
            <a:endParaRPr lang="en-US"/>
          </a:p>
        </p:txBody>
      </p:sp>
      <p:sp>
        <p:nvSpPr>
          <p:cNvPr id="8031" name="Rectangle 8030">
            <a:extLst>
              <a:ext uri="{FF2B5EF4-FFF2-40B4-BE49-F238E27FC236}">
                <a16:creationId xmlns:a16="http://schemas.microsoft.com/office/drawing/2014/main" id="{A0BC0E3F-148E-62A5-8FC7-60F357ADC49F}"/>
              </a:ext>
            </a:extLst>
          </p:cNvPr>
          <p:cNvSpPr/>
          <p:nvPr/>
        </p:nvSpPr>
        <p:spPr>
          <a:xfrm>
            <a:off x="457200" y="5750000"/>
            <a:ext cx="11277600" cy="600000"/>
          </a:xfrm>
          <a:prstGeom prst="rect">
            <a:avLst/>
          </a:prstGeom>
          <a:solidFill>
            <a:srgbClr val="E6F0FA"/>
          </a:solidFill>
          <a:ln>
            <a:solidFill>
              <a:srgbClr val="E6F0FA"/>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80" name="Rectangle 8079">
            <a:extLst>
              <a:ext uri="{FF2B5EF4-FFF2-40B4-BE49-F238E27FC236}">
                <a16:creationId xmlns:a16="http://schemas.microsoft.com/office/drawing/2014/main" id="{9CEA8CD2-BF35-B7F6-3B9A-06DB0B2DA237}"/>
              </a:ext>
            </a:extLst>
          </p:cNvPr>
          <p:cNvSpPr/>
          <p:nvPr/>
        </p:nvSpPr>
        <p:spPr>
          <a:xfrm>
            <a:off x="707200" y="5750000"/>
            <a:ext cx="10777600" cy="6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62947"/>
                </a:solidFill>
                <a:effectLst/>
                <a:latin typeface="Segoe UI" panose="020B0502040204020203" pitchFamily="34" charset="0"/>
              </a:rPr>
              <a:t>Compliance depends on Inbursa's end-to-end controls and assessments.</a:t>
            </a:r>
          </a:p>
          <a:p>
            <a:pPr algn="l">
              <a:buNone/>
            </a:pPr>
            <a:r>
              <a:rPr lang="en-US" sz="100">
                <a:effectLst/>
              </a:rPr>
              <a:t> </a:t>
            </a:r>
            <a:endParaRPr lang="en-US"/>
          </a:p>
        </p:txBody>
      </p:sp>
    </p:spTree>
    <p:extLst>
      <p:ext uri="{BB962C8B-B14F-4D97-AF65-F5344CB8AC3E}">
        <p14:creationId xmlns:p14="http://schemas.microsoft.com/office/powerpoint/2010/main" val="2790683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5129" name="Rectangle 5128">
            <a:extLst>
              <a:ext uri="{FF2B5EF4-FFF2-40B4-BE49-F238E27FC236}">
                <a16:creationId xmlns:a16="http://schemas.microsoft.com/office/drawing/2014/main" id="{721351D3-2A9D-A6B6-98F2-25BA1A0796CE}"/>
              </a:ext>
            </a:extLst>
          </p:cNvPr>
          <p:cNvSpPr/>
          <p:nvPr/>
        </p:nvSpPr>
        <p:spPr>
          <a:xfrm>
            <a:off x="457200" y="430000"/>
            <a:ext cx="11277600" cy="31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panose="020B0502040204020203" pitchFamily="34" charset="0"/>
              </a:rPr>
              <a:t>ADOPTION ROADMAP</a:t>
            </a:r>
          </a:p>
          <a:p>
            <a:pPr algn="l">
              <a:buNone/>
            </a:pPr>
            <a:r>
              <a:rPr lang="en-US" sz="100">
                <a:effectLst/>
              </a:rPr>
              <a:t> </a:t>
            </a:r>
            <a:endParaRPr lang="en-US"/>
          </a:p>
        </p:txBody>
      </p:sp>
      <p:sp>
        <p:nvSpPr>
          <p:cNvPr id="5166" name="Rectangle 5165">
            <a:extLst>
              <a:ext uri="{FF2B5EF4-FFF2-40B4-BE49-F238E27FC236}">
                <a16:creationId xmlns:a16="http://schemas.microsoft.com/office/drawing/2014/main" id="{09971C47-D9D4-193B-EA0E-75EF36C088CE}"/>
              </a:ext>
            </a:extLst>
          </p:cNvPr>
          <p:cNvSpPr/>
          <p:nvPr/>
        </p:nvSpPr>
        <p:spPr>
          <a:xfrm>
            <a:off x="457200" y="740000"/>
            <a:ext cx="11277600" cy="6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62947"/>
                </a:solidFill>
                <a:effectLst/>
                <a:latin typeface="Segoe UI" panose="020B0502040204020203" pitchFamily="34" charset="0"/>
              </a:rPr>
              <a:t>A phased path to production</a:t>
            </a:r>
          </a:p>
          <a:p>
            <a:pPr algn="l">
              <a:buNone/>
            </a:pPr>
            <a:r>
              <a:rPr lang="en-US" sz="100">
                <a:effectLst/>
              </a:rPr>
              <a:t> </a:t>
            </a:r>
            <a:endParaRPr lang="en-US"/>
          </a:p>
        </p:txBody>
      </p:sp>
      <p:sp>
        <p:nvSpPr>
          <p:cNvPr id="5204" name="Rectangle 5203">
            <a:extLst>
              <a:ext uri="{FF2B5EF4-FFF2-40B4-BE49-F238E27FC236}">
                <a16:creationId xmlns:a16="http://schemas.microsoft.com/office/drawing/2014/main" id="{15432B9A-05E8-BF6B-9E46-9D700BF994B6}"/>
              </a:ext>
            </a:extLst>
          </p:cNvPr>
          <p:cNvSpPr/>
          <p:nvPr/>
        </p:nvSpPr>
        <p:spPr>
          <a:xfrm>
            <a:off x="607200" y="1850000"/>
            <a:ext cx="10977600" cy="19050"/>
          </a:xfrm>
          <a:prstGeom prst="rect">
            <a:avLst/>
          </a:prstGeom>
          <a:solidFill>
            <a:srgbClr val="9FB3CC"/>
          </a:solidFill>
          <a:ln>
            <a:solidFill>
              <a:srgbClr val="9FB3C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43" name="Oval 5242">
            <a:extLst>
              <a:ext uri="{FF2B5EF4-FFF2-40B4-BE49-F238E27FC236}">
                <a16:creationId xmlns:a16="http://schemas.microsoft.com/office/drawing/2014/main" id="{C1E5B3A8-D4C9-E069-F2CF-EBF40D622055}"/>
              </a:ext>
            </a:extLst>
          </p:cNvPr>
          <p:cNvSpPr/>
          <p:nvPr/>
        </p:nvSpPr>
        <p:spPr>
          <a:xfrm>
            <a:off x="607200" y="1740000"/>
            <a:ext cx="230000" cy="230000"/>
          </a:xfrm>
          <a:prstGeom prst="ellipse">
            <a:avLst/>
          </a:prstGeom>
          <a:solidFill>
            <a:srgbClr val="0078D4"/>
          </a:solidFill>
          <a:ln w="25400">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83" name="Rectangle 5282">
            <a:extLst>
              <a:ext uri="{FF2B5EF4-FFF2-40B4-BE49-F238E27FC236}">
                <a16:creationId xmlns:a16="http://schemas.microsoft.com/office/drawing/2014/main" id="{7A4447AB-D445-490C-E2C3-2F51BBFE2B68}"/>
              </a:ext>
            </a:extLst>
          </p:cNvPr>
          <p:cNvSpPr/>
          <p:nvPr/>
        </p:nvSpPr>
        <p:spPr>
          <a:xfrm>
            <a:off x="907200" y="1680000"/>
            <a:ext cx="31092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00">
                <a:solidFill>
                  <a:srgbClr val="0078D4"/>
                </a:solidFill>
                <a:effectLst/>
                <a:latin typeface="Segoe UI" panose="020B0502040204020203" pitchFamily="34" charset="0"/>
              </a:rPr>
              <a:t>PHASE 1 · WEEKS 0–6</a:t>
            </a:r>
          </a:p>
          <a:p>
            <a:pPr algn="l">
              <a:buNone/>
            </a:pPr>
            <a:r>
              <a:rPr lang="en-US" sz="100">
                <a:effectLst/>
              </a:rPr>
              <a:t> </a:t>
            </a:r>
            <a:endParaRPr lang="en-US"/>
          </a:p>
        </p:txBody>
      </p:sp>
      <p:sp>
        <p:nvSpPr>
          <p:cNvPr id="5324" name="Rectangle 5323">
            <a:extLst>
              <a:ext uri="{FF2B5EF4-FFF2-40B4-BE49-F238E27FC236}">
                <a16:creationId xmlns:a16="http://schemas.microsoft.com/office/drawing/2014/main" id="{500CB237-932E-8AD7-2E40-342F0C25492B}"/>
              </a:ext>
            </a:extLst>
          </p:cNvPr>
          <p:cNvSpPr/>
          <p:nvPr/>
        </p:nvSpPr>
        <p:spPr>
          <a:xfrm>
            <a:off x="457200" y="2300000"/>
            <a:ext cx="3559200" cy="3300000"/>
          </a:xfrm>
          <a:prstGeom prst="rect">
            <a:avLst/>
          </a:prstGeom>
          <a:solidFill>
            <a:srgbClr val="FFFFFF"/>
          </a:solidFill>
          <a:ln w="15875">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66" name="Rectangle 5365">
            <a:extLst>
              <a:ext uri="{FF2B5EF4-FFF2-40B4-BE49-F238E27FC236}">
                <a16:creationId xmlns:a16="http://schemas.microsoft.com/office/drawing/2014/main" id="{BC9B3186-CE3C-1677-C544-75A67E0F466B}"/>
              </a:ext>
            </a:extLst>
          </p:cNvPr>
          <p:cNvSpPr/>
          <p:nvPr/>
        </p:nvSpPr>
        <p:spPr>
          <a:xfrm>
            <a:off x="657200" y="2500000"/>
            <a:ext cx="3159200" cy="4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62947"/>
                </a:solidFill>
                <a:effectLst/>
                <a:latin typeface="Segoe UI" panose="020B0502040204020203" pitchFamily="34" charset="0"/>
              </a:rPr>
              <a:t>Foundation</a:t>
            </a:r>
          </a:p>
          <a:p>
            <a:pPr algn="l">
              <a:buNone/>
            </a:pPr>
            <a:r>
              <a:rPr lang="en-US" sz="100">
                <a:effectLst/>
              </a:rPr>
              <a:t> </a:t>
            </a:r>
            <a:endParaRPr lang="en-US"/>
          </a:p>
        </p:txBody>
      </p:sp>
      <p:sp>
        <p:nvSpPr>
          <p:cNvPr id="5453" name="Oval 5452">
            <a:extLst>
              <a:ext uri="{FF2B5EF4-FFF2-40B4-BE49-F238E27FC236}">
                <a16:creationId xmlns:a16="http://schemas.microsoft.com/office/drawing/2014/main" id="{FC3AFC1C-F9B2-DC0E-D990-6E7488016489}"/>
              </a:ext>
            </a:extLst>
          </p:cNvPr>
          <p:cNvSpPr/>
          <p:nvPr/>
        </p:nvSpPr>
        <p:spPr>
          <a:xfrm>
            <a:off x="4466400" y="1740000"/>
            <a:ext cx="230000" cy="230000"/>
          </a:xfrm>
          <a:prstGeom prst="ellipse">
            <a:avLst/>
          </a:prstGeom>
          <a:solidFill>
            <a:srgbClr val="FFFFFF"/>
          </a:solidFill>
          <a:ln w="25400">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98" name="Rectangle 5497">
            <a:extLst>
              <a:ext uri="{FF2B5EF4-FFF2-40B4-BE49-F238E27FC236}">
                <a16:creationId xmlns:a16="http://schemas.microsoft.com/office/drawing/2014/main" id="{6F958DA6-20A1-FAAC-3F7B-9BDDDA35E419}"/>
              </a:ext>
            </a:extLst>
          </p:cNvPr>
          <p:cNvSpPr/>
          <p:nvPr/>
        </p:nvSpPr>
        <p:spPr>
          <a:xfrm>
            <a:off x="4766400" y="1680000"/>
            <a:ext cx="31092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00">
                <a:solidFill>
                  <a:srgbClr val="0078D4"/>
                </a:solidFill>
                <a:effectLst/>
                <a:latin typeface="Segoe UI" panose="020B0502040204020203" pitchFamily="34" charset="0"/>
              </a:rPr>
              <a:t>PHASE 2 · WEEKS 6–12</a:t>
            </a:r>
          </a:p>
          <a:p>
            <a:pPr algn="l">
              <a:buNone/>
            </a:pPr>
            <a:r>
              <a:rPr lang="en-US" sz="100">
                <a:effectLst/>
              </a:rPr>
              <a:t> </a:t>
            </a:r>
            <a:endParaRPr lang="en-US"/>
          </a:p>
        </p:txBody>
      </p:sp>
      <p:sp>
        <p:nvSpPr>
          <p:cNvPr id="5544" name="Rectangle 5543">
            <a:extLst>
              <a:ext uri="{FF2B5EF4-FFF2-40B4-BE49-F238E27FC236}">
                <a16:creationId xmlns:a16="http://schemas.microsoft.com/office/drawing/2014/main" id="{EF0F6333-0735-5876-9939-59F2853097FA}"/>
              </a:ext>
            </a:extLst>
          </p:cNvPr>
          <p:cNvSpPr/>
          <p:nvPr/>
        </p:nvSpPr>
        <p:spPr>
          <a:xfrm>
            <a:off x="4316400" y="2300000"/>
            <a:ext cx="3559200" cy="3300000"/>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91" name="Rectangle 5590">
            <a:extLst>
              <a:ext uri="{FF2B5EF4-FFF2-40B4-BE49-F238E27FC236}">
                <a16:creationId xmlns:a16="http://schemas.microsoft.com/office/drawing/2014/main" id="{164F0FFF-5A3F-B8CA-3E7F-4804B3E7D079}"/>
              </a:ext>
            </a:extLst>
          </p:cNvPr>
          <p:cNvSpPr/>
          <p:nvPr/>
        </p:nvSpPr>
        <p:spPr>
          <a:xfrm>
            <a:off x="4516400" y="2500000"/>
            <a:ext cx="3159200" cy="4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62947"/>
                </a:solidFill>
                <a:effectLst/>
                <a:latin typeface="Segoe UI" panose="020B0502040204020203" pitchFamily="34" charset="0"/>
              </a:rPr>
              <a:t>Protection &amp; resilience</a:t>
            </a:r>
          </a:p>
          <a:p>
            <a:pPr algn="l">
              <a:buNone/>
            </a:pPr>
            <a:r>
              <a:rPr lang="en-US" sz="100">
                <a:effectLst/>
              </a:rPr>
              <a:t> </a:t>
            </a:r>
            <a:endParaRPr lang="en-US"/>
          </a:p>
        </p:txBody>
      </p:sp>
      <p:sp>
        <p:nvSpPr>
          <p:cNvPr id="5688" name="Oval 5687">
            <a:extLst>
              <a:ext uri="{FF2B5EF4-FFF2-40B4-BE49-F238E27FC236}">
                <a16:creationId xmlns:a16="http://schemas.microsoft.com/office/drawing/2014/main" id="{17543AC4-BCFF-E52C-BC6C-3AFA6137ED44}"/>
              </a:ext>
            </a:extLst>
          </p:cNvPr>
          <p:cNvSpPr/>
          <p:nvPr/>
        </p:nvSpPr>
        <p:spPr>
          <a:xfrm>
            <a:off x="8325600" y="1740000"/>
            <a:ext cx="230000" cy="230000"/>
          </a:xfrm>
          <a:prstGeom prst="ellipse">
            <a:avLst/>
          </a:prstGeom>
          <a:solidFill>
            <a:srgbClr val="FFFFFF"/>
          </a:solidFill>
          <a:ln w="25400">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38" name="Rectangle 5737">
            <a:extLst>
              <a:ext uri="{FF2B5EF4-FFF2-40B4-BE49-F238E27FC236}">
                <a16:creationId xmlns:a16="http://schemas.microsoft.com/office/drawing/2014/main" id="{64272F3A-FE66-7E81-742A-B37339692EFC}"/>
              </a:ext>
            </a:extLst>
          </p:cNvPr>
          <p:cNvSpPr/>
          <p:nvPr/>
        </p:nvSpPr>
        <p:spPr>
          <a:xfrm>
            <a:off x="8625600" y="1680000"/>
            <a:ext cx="3109200" cy="34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00">
                <a:solidFill>
                  <a:srgbClr val="0078D4"/>
                </a:solidFill>
                <a:effectLst/>
                <a:latin typeface="Segoe UI" panose="020B0502040204020203" pitchFamily="34" charset="0"/>
              </a:rPr>
              <a:t>PHASE 3 · WEEK 12+</a:t>
            </a:r>
          </a:p>
          <a:p>
            <a:pPr algn="l">
              <a:buNone/>
            </a:pPr>
            <a:r>
              <a:rPr lang="en-US" sz="100">
                <a:effectLst/>
              </a:rPr>
              <a:t> </a:t>
            </a:r>
            <a:endParaRPr lang="en-US"/>
          </a:p>
        </p:txBody>
      </p:sp>
      <p:sp>
        <p:nvSpPr>
          <p:cNvPr id="5789" name="Rectangle 5788">
            <a:extLst>
              <a:ext uri="{FF2B5EF4-FFF2-40B4-BE49-F238E27FC236}">
                <a16:creationId xmlns:a16="http://schemas.microsoft.com/office/drawing/2014/main" id="{C94FF911-CAD9-8879-458D-EB35CBC2C939}"/>
              </a:ext>
            </a:extLst>
          </p:cNvPr>
          <p:cNvSpPr/>
          <p:nvPr/>
        </p:nvSpPr>
        <p:spPr>
          <a:xfrm>
            <a:off x="8175600" y="2300000"/>
            <a:ext cx="3559200" cy="3300000"/>
          </a:xfrm>
          <a:prstGeom prst="rect">
            <a:avLst/>
          </a:prstGeom>
          <a:solidFill>
            <a:srgbClr val="FFFFFF"/>
          </a:solidFill>
          <a:ln>
            <a:solidFill>
              <a:srgbClr val="FFFFFF"/>
            </a:solidFill>
          </a:ln>
          <a:effectLst>
            <a:outerShdw blurRad="101600" dist="25400" dir="5400000" algn="ctr" rotWithShape="0">
              <a:srgbClr val="162947">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41" name="Rectangle 5840">
            <a:extLst>
              <a:ext uri="{FF2B5EF4-FFF2-40B4-BE49-F238E27FC236}">
                <a16:creationId xmlns:a16="http://schemas.microsoft.com/office/drawing/2014/main" id="{D6B0FE28-001B-AA33-C8C3-B522999DB14F}"/>
              </a:ext>
            </a:extLst>
          </p:cNvPr>
          <p:cNvSpPr/>
          <p:nvPr/>
        </p:nvSpPr>
        <p:spPr>
          <a:xfrm>
            <a:off x="8375600" y="2500000"/>
            <a:ext cx="3159200" cy="4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62947"/>
                </a:solidFill>
                <a:effectLst/>
                <a:latin typeface="Segoe UI" panose="020B0502040204020203" pitchFamily="34" charset="0"/>
              </a:rPr>
              <a:t>Scale &amp; governance</a:t>
            </a:r>
          </a:p>
          <a:p>
            <a:pPr algn="l">
              <a:buNone/>
            </a:pPr>
            <a:r>
              <a:rPr lang="en-US" sz="100">
                <a:effectLst/>
              </a:rPr>
              <a:t> </a:t>
            </a:r>
            <a:endParaRPr lang="en-US"/>
          </a:p>
        </p:txBody>
      </p:sp>
      <p:sp>
        <p:nvSpPr>
          <p:cNvPr id="5948" name="Rectangle 5947">
            <a:extLst>
              <a:ext uri="{FF2B5EF4-FFF2-40B4-BE49-F238E27FC236}">
                <a16:creationId xmlns:a16="http://schemas.microsoft.com/office/drawing/2014/main" id="{5457D191-FFB7-3C8E-BFF0-58DF6F694B24}"/>
              </a:ext>
            </a:extLst>
          </p:cNvPr>
          <p:cNvSpPr/>
          <p:nvPr/>
        </p:nvSpPr>
        <p:spPr>
          <a:xfrm>
            <a:off x="457200" y="6020000"/>
            <a:ext cx="11277600" cy="33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4A5A72"/>
                </a:solidFill>
                <a:effectLst/>
                <a:latin typeface="Segoe UI" panose="020B0502040204020203" pitchFamily="34" charset="0"/>
              </a:rPr>
              <a:t>All timings are indicative and will be confirmed in the architecture workshop.</a:t>
            </a:r>
          </a:p>
          <a:p>
            <a:pPr algn="l">
              <a:buNone/>
            </a:pPr>
            <a:r>
              <a:rPr lang="en-US" sz="100">
                <a:effectLst/>
              </a:rPr>
              <a:t> </a:t>
            </a:r>
            <a:endParaRPr lang="en-US"/>
          </a:p>
        </p:txBody>
      </p:sp>
      <p:sp>
        <p:nvSpPr>
          <p:cNvPr id="8081" name="Rectangle 8080">
            <a:extLst>
              <a:ext uri="{FF2B5EF4-FFF2-40B4-BE49-F238E27FC236}">
                <a16:creationId xmlns:a16="http://schemas.microsoft.com/office/drawing/2014/main" id="{17AB892E-E246-77A8-EDD2-B062D910AD6E}"/>
              </a:ext>
            </a:extLst>
          </p:cNvPr>
          <p:cNvSpPr/>
          <p:nvPr/>
        </p:nvSpPr>
        <p:spPr>
          <a:xfrm>
            <a:off x="907200" y="3050000"/>
            <a:ext cx="2959200" cy="403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62947"/>
                </a:solidFill>
                <a:effectLst/>
                <a:latin typeface="Segoe UI" panose="020B0502040204020203" pitchFamily="34" charset="0"/>
              </a:rPr>
              <a:t>APIM AI gateway in place</a:t>
            </a:r>
          </a:p>
          <a:p>
            <a:pPr algn="l">
              <a:buNone/>
            </a:pPr>
            <a:r>
              <a:rPr lang="en-US" sz="100">
                <a:effectLst/>
              </a:rPr>
              <a:t> </a:t>
            </a:r>
            <a:endParaRPr lang="en-US"/>
          </a:p>
        </p:txBody>
      </p:sp>
      <p:sp>
        <p:nvSpPr>
          <p:cNvPr id="8083" name="Oval 8082">
            <a:extLst>
              <a:ext uri="{FF2B5EF4-FFF2-40B4-BE49-F238E27FC236}">
                <a16:creationId xmlns:a16="http://schemas.microsoft.com/office/drawing/2014/main" id="{B884ED7D-949E-636A-9002-7A0E80E9531E}"/>
              </a:ext>
            </a:extLst>
          </p:cNvPr>
          <p:cNvSpPr/>
          <p:nvPr/>
        </p:nvSpPr>
        <p:spPr>
          <a:xfrm>
            <a:off x="697200" y="3161680"/>
            <a:ext cx="90000" cy="9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86" name="Rectangle 8085">
            <a:extLst>
              <a:ext uri="{FF2B5EF4-FFF2-40B4-BE49-F238E27FC236}">
                <a16:creationId xmlns:a16="http://schemas.microsoft.com/office/drawing/2014/main" id="{6A78B057-123A-9250-05AE-44F088CC5D47}"/>
              </a:ext>
            </a:extLst>
          </p:cNvPr>
          <p:cNvSpPr/>
          <p:nvPr/>
        </p:nvSpPr>
        <p:spPr>
          <a:xfrm>
            <a:off x="907200" y="3453360"/>
            <a:ext cx="2959200" cy="5267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62947"/>
                </a:solidFill>
                <a:effectLst/>
                <a:latin typeface="Segoe UI" panose="020B0502040204020203" pitchFamily="34" charset="0"/>
              </a:rPr>
              <a:t>Import Foundry / Azure OpenAI APIs</a:t>
            </a:r>
          </a:p>
          <a:p>
            <a:pPr algn="l">
              <a:buNone/>
            </a:pPr>
            <a:r>
              <a:rPr lang="en-US" sz="100">
                <a:effectLst/>
              </a:rPr>
              <a:t> </a:t>
            </a:r>
            <a:endParaRPr lang="en-US"/>
          </a:p>
        </p:txBody>
      </p:sp>
      <p:sp>
        <p:nvSpPr>
          <p:cNvPr id="8090" name="Oval 8089">
            <a:extLst>
              <a:ext uri="{FF2B5EF4-FFF2-40B4-BE49-F238E27FC236}">
                <a16:creationId xmlns:a16="http://schemas.microsoft.com/office/drawing/2014/main" id="{13419529-4EB4-6F28-E941-A3837892FF04}"/>
              </a:ext>
            </a:extLst>
          </p:cNvPr>
          <p:cNvSpPr/>
          <p:nvPr/>
        </p:nvSpPr>
        <p:spPr>
          <a:xfrm>
            <a:off x="697200" y="3565040"/>
            <a:ext cx="90000" cy="9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95" name="Rectangle 8094">
            <a:extLst>
              <a:ext uri="{FF2B5EF4-FFF2-40B4-BE49-F238E27FC236}">
                <a16:creationId xmlns:a16="http://schemas.microsoft.com/office/drawing/2014/main" id="{F51812DC-76F1-F928-2083-4ADBF4327B40}"/>
              </a:ext>
            </a:extLst>
          </p:cNvPr>
          <p:cNvSpPr/>
          <p:nvPr/>
        </p:nvSpPr>
        <p:spPr>
          <a:xfrm>
            <a:off x="907200" y="4070080"/>
            <a:ext cx="2959200" cy="5267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62947"/>
                </a:solidFill>
                <a:effectLst/>
                <a:latin typeface="Segoe UI" panose="020B0502040204020203" pitchFamily="34" charset="0"/>
              </a:rPr>
              <a:t>Entra ID auth + managed identity</a:t>
            </a:r>
          </a:p>
          <a:p>
            <a:pPr algn="l">
              <a:buNone/>
            </a:pPr>
            <a:r>
              <a:rPr lang="en-US" sz="100">
                <a:effectLst/>
              </a:rPr>
              <a:t> </a:t>
            </a:r>
            <a:endParaRPr lang="en-US"/>
          </a:p>
        </p:txBody>
      </p:sp>
      <p:sp>
        <p:nvSpPr>
          <p:cNvPr id="8101" name="Oval 8100">
            <a:extLst>
              <a:ext uri="{FF2B5EF4-FFF2-40B4-BE49-F238E27FC236}">
                <a16:creationId xmlns:a16="http://schemas.microsoft.com/office/drawing/2014/main" id="{341AE37F-969D-C1B4-5446-F4AF4149FB37}"/>
              </a:ext>
            </a:extLst>
          </p:cNvPr>
          <p:cNvSpPr/>
          <p:nvPr/>
        </p:nvSpPr>
        <p:spPr>
          <a:xfrm>
            <a:off x="697200" y="4181760"/>
            <a:ext cx="90000" cy="9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08" name="Rectangle 8107">
            <a:extLst>
              <a:ext uri="{FF2B5EF4-FFF2-40B4-BE49-F238E27FC236}">
                <a16:creationId xmlns:a16="http://schemas.microsoft.com/office/drawing/2014/main" id="{DB8124C4-790D-DCD0-D73A-B17D8C60E5E9}"/>
              </a:ext>
            </a:extLst>
          </p:cNvPr>
          <p:cNvSpPr/>
          <p:nvPr/>
        </p:nvSpPr>
        <p:spPr>
          <a:xfrm>
            <a:off x="907200" y="4686800"/>
            <a:ext cx="2959200" cy="403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62947"/>
                </a:solidFill>
                <a:effectLst/>
                <a:latin typeface="Segoe UI" panose="020B0502040204020203" pitchFamily="34" charset="0"/>
              </a:rPr>
              <a:t>Token limits per app</a:t>
            </a:r>
          </a:p>
          <a:p>
            <a:pPr algn="l">
              <a:buNone/>
            </a:pPr>
            <a:r>
              <a:rPr lang="en-US" sz="100">
                <a:effectLst/>
              </a:rPr>
              <a:t> </a:t>
            </a:r>
            <a:endParaRPr lang="en-US"/>
          </a:p>
        </p:txBody>
      </p:sp>
      <p:sp>
        <p:nvSpPr>
          <p:cNvPr id="8116" name="Oval 8115">
            <a:extLst>
              <a:ext uri="{FF2B5EF4-FFF2-40B4-BE49-F238E27FC236}">
                <a16:creationId xmlns:a16="http://schemas.microsoft.com/office/drawing/2014/main" id="{96051DDA-44FC-E78E-E488-CBD2FAB6AF93}"/>
              </a:ext>
            </a:extLst>
          </p:cNvPr>
          <p:cNvSpPr/>
          <p:nvPr/>
        </p:nvSpPr>
        <p:spPr>
          <a:xfrm>
            <a:off x="697200" y="4798480"/>
            <a:ext cx="90000" cy="9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25" name="Rectangle 8124">
            <a:extLst>
              <a:ext uri="{FF2B5EF4-FFF2-40B4-BE49-F238E27FC236}">
                <a16:creationId xmlns:a16="http://schemas.microsoft.com/office/drawing/2014/main" id="{A5052CA2-C6A3-931B-D7C0-E595AB0927F4}"/>
              </a:ext>
            </a:extLst>
          </p:cNvPr>
          <p:cNvSpPr/>
          <p:nvPr/>
        </p:nvSpPr>
        <p:spPr>
          <a:xfrm>
            <a:off x="907200" y="5090160"/>
            <a:ext cx="2959200" cy="468477"/>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62947"/>
                </a:solidFill>
                <a:effectLst/>
                <a:latin typeface="Segoe UI" panose="020B0502040204020203" pitchFamily="34" charset="0"/>
              </a:rPr>
              <a:t>Token metrics and logging</a:t>
            </a:r>
          </a:p>
          <a:p>
            <a:pPr algn="l">
              <a:buNone/>
            </a:pPr>
            <a:r>
              <a:rPr lang="en-US" sz="100">
                <a:effectLst/>
              </a:rPr>
              <a:t> </a:t>
            </a:r>
            <a:endParaRPr lang="en-US"/>
          </a:p>
        </p:txBody>
      </p:sp>
      <p:sp>
        <p:nvSpPr>
          <p:cNvPr id="8135" name="Oval 8134">
            <a:extLst>
              <a:ext uri="{FF2B5EF4-FFF2-40B4-BE49-F238E27FC236}">
                <a16:creationId xmlns:a16="http://schemas.microsoft.com/office/drawing/2014/main" id="{6369C5FF-1C2B-05B1-F239-18BF9EBA446E}"/>
              </a:ext>
            </a:extLst>
          </p:cNvPr>
          <p:cNvSpPr/>
          <p:nvPr/>
        </p:nvSpPr>
        <p:spPr>
          <a:xfrm>
            <a:off x="697200" y="5201840"/>
            <a:ext cx="90000" cy="9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46" name="Rectangle 8145">
            <a:extLst>
              <a:ext uri="{FF2B5EF4-FFF2-40B4-BE49-F238E27FC236}">
                <a16:creationId xmlns:a16="http://schemas.microsoft.com/office/drawing/2014/main" id="{BA5F945E-CD7B-9810-6581-D46C5A2F616C}"/>
              </a:ext>
            </a:extLst>
          </p:cNvPr>
          <p:cNvSpPr/>
          <p:nvPr/>
        </p:nvSpPr>
        <p:spPr>
          <a:xfrm>
            <a:off x="4766400" y="3050000"/>
            <a:ext cx="2959200" cy="403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62947"/>
                </a:solidFill>
                <a:effectLst/>
                <a:latin typeface="Segoe UI" panose="020B0502040204020203" pitchFamily="34" charset="0"/>
              </a:rPr>
              <a:t>Content safety on prompts</a:t>
            </a:r>
          </a:p>
          <a:p>
            <a:pPr algn="l">
              <a:buNone/>
            </a:pPr>
            <a:r>
              <a:rPr lang="en-US" sz="100">
                <a:effectLst/>
              </a:rPr>
              <a:t> </a:t>
            </a:r>
            <a:endParaRPr lang="en-US"/>
          </a:p>
        </p:txBody>
      </p:sp>
      <p:sp>
        <p:nvSpPr>
          <p:cNvPr id="8158" name="Oval 8157">
            <a:extLst>
              <a:ext uri="{FF2B5EF4-FFF2-40B4-BE49-F238E27FC236}">
                <a16:creationId xmlns:a16="http://schemas.microsoft.com/office/drawing/2014/main" id="{69014DA4-9263-8663-143F-58D9B625C686}"/>
              </a:ext>
            </a:extLst>
          </p:cNvPr>
          <p:cNvSpPr/>
          <p:nvPr/>
        </p:nvSpPr>
        <p:spPr>
          <a:xfrm>
            <a:off x="4556400" y="3161680"/>
            <a:ext cx="90000" cy="9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71" name="Rectangle 8170">
            <a:extLst>
              <a:ext uri="{FF2B5EF4-FFF2-40B4-BE49-F238E27FC236}">
                <a16:creationId xmlns:a16="http://schemas.microsoft.com/office/drawing/2014/main" id="{6738FC67-CB83-F4A5-F44B-F2B6B76FF65B}"/>
              </a:ext>
            </a:extLst>
          </p:cNvPr>
          <p:cNvSpPr/>
          <p:nvPr/>
        </p:nvSpPr>
        <p:spPr>
          <a:xfrm>
            <a:off x="4766400" y="3453360"/>
            <a:ext cx="2959200" cy="7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62947"/>
                </a:solidFill>
                <a:effectLst/>
                <a:latin typeface="Segoe UI" panose="020B0502040204020203" pitchFamily="34" charset="0"/>
              </a:rPr>
              <a:t>Backend pools + circuit breaker across PTU / Standard</a:t>
            </a:r>
          </a:p>
          <a:p>
            <a:pPr algn="l">
              <a:buNone/>
            </a:pPr>
            <a:r>
              <a:rPr lang="en-US" sz="100">
                <a:effectLst/>
              </a:rPr>
              <a:t> </a:t>
            </a:r>
            <a:endParaRPr lang="en-US"/>
          </a:p>
        </p:txBody>
      </p:sp>
      <p:sp>
        <p:nvSpPr>
          <p:cNvPr id="8185" name="Oval 8184">
            <a:extLst>
              <a:ext uri="{FF2B5EF4-FFF2-40B4-BE49-F238E27FC236}">
                <a16:creationId xmlns:a16="http://schemas.microsoft.com/office/drawing/2014/main" id="{AB6613DC-0282-8760-D985-5ED4E9EE8A07}"/>
              </a:ext>
            </a:extLst>
          </p:cNvPr>
          <p:cNvSpPr/>
          <p:nvPr/>
        </p:nvSpPr>
        <p:spPr>
          <a:xfrm>
            <a:off x="4556400" y="3565040"/>
            <a:ext cx="90000" cy="9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00" name="Rectangle 8199">
            <a:extLst>
              <a:ext uri="{FF2B5EF4-FFF2-40B4-BE49-F238E27FC236}">
                <a16:creationId xmlns:a16="http://schemas.microsoft.com/office/drawing/2014/main" id="{45A4F173-421A-0990-073E-C01E4846C8F2}"/>
              </a:ext>
            </a:extLst>
          </p:cNvPr>
          <p:cNvSpPr/>
          <p:nvPr/>
        </p:nvSpPr>
        <p:spPr>
          <a:xfrm>
            <a:off x="4766400" y="4283440"/>
            <a:ext cx="2959200" cy="5267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62947"/>
                </a:solidFill>
                <a:effectLst/>
                <a:latin typeface="Segoe UI" panose="020B0502040204020203" pitchFamily="34" charset="0"/>
              </a:rPr>
              <a:t>Semantic caching for high-volume FAQs</a:t>
            </a:r>
          </a:p>
          <a:p>
            <a:pPr algn="l">
              <a:buNone/>
            </a:pPr>
            <a:r>
              <a:rPr lang="en-US" sz="100">
                <a:effectLst/>
              </a:rPr>
              <a:t> </a:t>
            </a:r>
            <a:endParaRPr lang="en-US"/>
          </a:p>
        </p:txBody>
      </p:sp>
      <p:sp>
        <p:nvSpPr>
          <p:cNvPr id="8216" name="Oval 8215">
            <a:extLst>
              <a:ext uri="{FF2B5EF4-FFF2-40B4-BE49-F238E27FC236}">
                <a16:creationId xmlns:a16="http://schemas.microsoft.com/office/drawing/2014/main" id="{BAB9FE6D-49C8-2CD1-099A-D7AB88633481}"/>
              </a:ext>
            </a:extLst>
          </p:cNvPr>
          <p:cNvSpPr/>
          <p:nvPr/>
        </p:nvSpPr>
        <p:spPr>
          <a:xfrm>
            <a:off x="4556400" y="4395120"/>
            <a:ext cx="90000" cy="9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33" name="Rectangle 8232">
            <a:extLst>
              <a:ext uri="{FF2B5EF4-FFF2-40B4-BE49-F238E27FC236}">
                <a16:creationId xmlns:a16="http://schemas.microsoft.com/office/drawing/2014/main" id="{F08F0B27-28FD-DBC5-54E2-6A1BE4D1020A}"/>
              </a:ext>
            </a:extLst>
          </p:cNvPr>
          <p:cNvSpPr/>
          <p:nvPr/>
        </p:nvSpPr>
        <p:spPr>
          <a:xfrm>
            <a:off x="8625600" y="3050000"/>
            <a:ext cx="2959200" cy="403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62947"/>
                </a:solidFill>
                <a:effectLst/>
                <a:latin typeface="Segoe UI" panose="020B0502040204020203" pitchFamily="34" charset="0"/>
              </a:rPr>
              <a:t>PII masking pattern</a:t>
            </a:r>
          </a:p>
          <a:p>
            <a:pPr algn="l">
              <a:buNone/>
            </a:pPr>
            <a:r>
              <a:rPr lang="en-US" sz="100">
                <a:effectLst/>
              </a:rPr>
              <a:t> </a:t>
            </a:r>
            <a:endParaRPr lang="en-US"/>
          </a:p>
        </p:txBody>
      </p:sp>
      <p:sp>
        <p:nvSpPr>
          <p:cNvPr id="8251" name="Oval 8250">
            <a:extLst>
              <a:ext uri="{FF2B5EF4-FFF2-40B4-BE49-F238E27FC236}">
                <a16:creationId xmlns:a16="http://schemas.microsoft.com/office/drawing/2014/main" id="{0EA50D14-7951-C519-9949-7AAC709B4B14}"/>
              </a:ext>
            </a:extLst>
          </p:cNvPr>
          <p:cNvSpPr/>
          <p:nvPr/>
        </p:nvSpPr>
        <p:spPr>
          <a:xfrm>
            <a:off x="8415600" y="3161680"/>
            <a:ext cx="90000" cy="9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70" name="Rectangle 8269">
            <a:extLst>
              <a:ext uri="{FF2B5EF4-FFF2-40B4-BE49-F238E27FC236}">
                <a16:creationId xmlns:a16="http://schemas.microsoft.com/office/drawing/2014/main" id="{FC14C6F6-4528-AC97-757C-C61778E31A7C}"/>
              </a:ext>
            </a:extLst>
          </p:cNvPr>
          <p:cNvSpPr/>
          <p:nvPr/>
        </p:nvSpPr>
        <p:spPr>
          <a:xfrm>
            <a:off x="8625600" y="3453360"/>
            <a:ext cx="2959200" cy="5267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62947"/>
                </a:solidFill>
                <a:effectLst/>
                <a:latin typeface="Segoe UI" panose="020B0502040204020203" pitchFamily="34" charset="0"/>
              </a:rPr>
              <a:t>Chargeback dashboards and budgets</a:t>
            </a:r>
          </a:p>
          <a:p>
            <a:pPr algn="l">
              <a:buNone/>
            </a:pPr>
            <a:r>
              <a:rPr lang="en-US" sz="100">
                <a:effectLst/>
              </a:rPr>
              <a:t> </a:t>
            </a:r>
            <a:endParaRPr lang="en-US"/>
          </a:p>
        </p:txBody>
      </p:sp>
      <p:sp>
        <p:nvSpPr>
          <p:cNvPr id="8290" name="Oval 8289">
            <a:extLst>
              <a:ext uri="{FF2B5EF4-FFF2-40B4-BE49-F238E27FC236}">
                <a16:creationId xmlns:a16="http://schemas.microsoft.com/office/drawing/2014/main" id="{C681E057-1F8F-967C-C6EC-BEA586110EFD}"/>
              </a:ext>
            </a:extLst>
          </p:cNvPr>
          <p:cNvSpPr/>
          <p:nvPr/>
        </p:nvSpPr>
        <p:spPr>
          <a:xfrm>
            <a:off x="8415600" y="3565040"/>
            <a:ext cx="90000" cy="9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11" name="Rectangle 8310">
            <a:extLst>
              <a:ext uri="{FF2B5EF4-FFF2-40B4-BE49-F238E27FC236}">
                <a16:creationId xmlns:a16="http://schemas.microsoft.com/office/drawing/2014/main" id="{B0214498-C880-1DF9-DEDD-C16DA1A3EE50}"/>
              </a:ext>
            </a:extLst>
          </p:cNvPr>
          <p:cNvSpPr/>
          <p:nvPr/>
        </p:nvSpPr>
        <p:spPr>
          <a:xfrm>
            <a:off x="8625600" y="4070080"/>
            <a:ext cx="2959200" cy="5267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62947"/>
                </a:solidFill>
                <a:effectLst/>
                <a:latin typeface="Segoe UI" panose="020B0502040204020203" pitchFamily="34" charset="0"/>
              </a:rPr>
              <a:t>Extend to agents and MCP tools</a:t>
            </a:r>
          </a:p>
          <a:p>
            <a:pPr algn="l">
              <a:buNone/>
            </a:pPr>
            <a:r>
              <a:rPr lang="en-US" sz="100">
                <a:effectLst/>
              </a:rPr>
              <a:t> </a:t>
            </a:r>
            <a:endParaRPr lang="en-US"/>
          </a:p>
        </p:txBody>
      </p:sp>
      <p:sp>
        <p:nvSpPr>
          <p:cNvPr id="8333" name="Oval 8332">
            <a:extLst>
              <a:ext uri="{FF2B5EF4-FFF2-40B4-BE49-F238E27FC236}">
                <a16:creationId xmlns:a16="http://schemas.microsoft.com/office/drawing/2014/main" id="{D9D61989-5807-3019-FC37-AB71702A520E}"/>
              </a:ext>
            </a:extLst>
          </p:cNvPr>
          <p:cNvSpPr/>
          <p:nvPr/>
        </p:nvSpPr>
        <p:spPr>
          <a:xfrm>
            <a:off x="8415600" y="4181760"/>
            <a:ext cx="90000" cy="9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56" name="Rectangle 8355">
            <a:extLst>
              <a:ext uri="{FF2B5EF4-FFF2-40B4-BE49-F238E27FC236}">
                <a16:creationId xmlns:a16="http://schemas.microsoft.com/office/drawing/2014/main" id="{35E258E5-AE15-B433-DB99-A11B3DC428A0}"/>
              </a:ext>
            </a:extLst>
          </p:cNvPr>
          <p:cNvSpPr/>
          <p:nvPr/>
        </p:nvSpPr>
        <p:spPr>
          <a:xfrm>
            <a:off x="8625600" y="4686800"/>
            <a:ext cx="2959200" cy="5267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62947"/>
                </a:solidFill>
                <a:effectLst/>
                <a:latin typeface="Segoe UI" panose="020B0502040204020203" pitchFamily="34" charset="0"/>
              </a:rPr>
              <a:t>Platform-team operating model</a:t>
            </a:r>
          </a:p>
          <a:p>
            <a:pPr algn="l">
              <a:buNone/>
            </a:pPr>
            <a:r>
              <a:rPr lang="en-US" sz="100">
                <a:effectLst/>
              </a:rPr>
              <a:t> </a:t>
            </a:r>
            <a:endParaRPr lang="en-US"/>
          </a:p>
        </p:txBody>
      </p:sp>
      <p:sp>
        <p:nvSpPr>
          <p:cNvPr id="8380" name="Oval 8379">
            <a:extLst>
              <a:ext uri="{FF2B5EF4-FFF2-40B4-BE49-F238E27FC236}">
                <a16:creationId xmlns:a16="http://schemas.microsoft.com/office/drawing/2014/main" id="{C52FAE8D-342B-9E9D-F1A7-7A995CA79ABF}"/>
              </a:ext>
            </a:extLst>
          </p:cNvPr>
          <p:cNvSpPr/>
          <p:nvPr/>
        </p:nvSpPr>
        <p:spPr>
          <a:xfrm>
            <a:off x="8415600" y="4798480"/>
            <a:ext cx="90000" cy="9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04792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6003" name="Rectangle 6002">
            <a:extLst>
              <a:ext uri="{FF2B5EF4-FFF2-40B4-BE49-F238E27FC236}">
                <a16:creationId xmlns:a16="http://schemas.microsoft.com/office/drawing/2014/main" id="{795B391B-A9DB-AFEF-D0A8-DB5480652C14}"/>
              </a:ext>
            </a:extLst>
          </p:cNvPr>
          <p:cNvSpPr/>
          <p:nvPr/>
        </p:nvSpPr>
        <p:spPr>
          <a:xfrm>
            <a:off x="8100000" y="0"/>
            <a:ext cx="4092000" cy="6858000"/>
          </a:xfrm>
          <a:prstGeom prst="rect">
            <a:avLst/>
          </a:prstGeom>
          <a:solidFill>
            <a:srgbClr val="162947"/>
          </a:solidFill>
          <a:ln>
            <a:solidFill>
              <a:srgbClr val="16294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59" name="Rectangle 6058">
            <a:extLst>
              <a:ext uri="{FF2B5EF4-FFF2-40B4-BE49-F238E27FC236}">
                <a16:creationId xmlns:a16="http://schemas.microsoft.com/office/drawing/2014/main" id="{C1C23A8F-03A7-4CA0-6178-57291068FD9D}"/>
              </a:ext>
            </a:extLst>
          </p:cNvPr>
          <p:cNvSpPr/>
          <p:nvPr/>
        </p:nvSpPr>
        <p:spPr>
          <a:xfrm>
            <a:off x="457200" y="430000"/>
            <a:ext cx="7200000" cy="31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078D4"/>
                </a:solidFill>
                <a:effectLst/>
                <a:latin typeface="Segoe UI" panose="020B0502040204020203" pitchFamily="34" charset="0"/>
              </a:rPr>
              <a:t>NEXT STEPS</a:t>
            </a:r>
          </a:p>
          <a:p>
            <a:pPr algn="l">
              <a:buNone/>
            </a:pPr>
            <a:r>
              <a:rPr lang="en-US" sz="100">
                <a:effectLst/>
              </a:rPr>
              <a:t> </a:t>
            </a:r>
            <a:endParaRPr lang="en-US"/>
          </a:p>
        </p:txBody>
      </p:sp>
      <p:sp>
        <p:nvSpPr>
          <p:cNvPr id="6116" name="Rectangle 6115">
            <a:extLst>
              <a:ext uri="{FF2B5EF4-FFF2-40B4-BE49-F238E27FC236}">
                <a16:creationId xmlns:a16="http://schemas.microsoft.com/office/drawing/2014/main" id="{04CEB069-280A-28EA-FDFD-3D93A0D0C5A4}"/>
              </a:ext>
            </a:extLst>
          </p:cNvPr>
          <p:cNvSpPr/>
          <p:nvPr/>
        </p:nvSpPr>
        <p:spPr>
          <a:xfrm>
            <a:off x="457200" y="740000"/>
            <a:ext cx="7200000" cy="6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62947"/>
                </a:solidFill>
                <a:effectLst/>
                <a:latin typeface="Segoe UI" panose="020B0502040204020203" pitchFamily="34" charset="0"/>
              </a:rPr>
              <a:t>Proposed next steps</a:t>
            </a:r>
          </a:p>
          <a:p>
            <a:pPr algn="l">
              <a:buNone/>
            </a:pPr>
            <a:r>
              <a:rPr lang="en-US" sz="100">
                <a:effectLst/>
              </a:rPr>
              <a:t> </a:t>
            </a:r>
            <a:endParaRPr lang="en-US"/>
          </a:p>
        </p:txBody>
      </p:sp>
      <p:sp>
        <p:nvSpPr>
          <p:cNvPr id="6174" name="Oval 6173">
            <a:extLst>
              <a:ext uri="{FF2B5EF4-FFF2-40B4-BE49-F238E27FC236}">
                <a16:creationId xmlns:a16="http://schemas.microsoft.com/office/drawing/2014/main" id="{6D81A2ED-B3BC-0F18-DADD-ADAE06B183B8}"/>
              </a:ext>
            </a:extLst>
          </p:cNvPr>
          <p:cNvSpPr/>
          <p:nvPr/>
        </p:nvSpPr>
        <p:spPr>
          <a:xfrm>
            <a:off x="457200" y="1780000"/>
            <a:ext cx="440000" cy="44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a:solidFill>
                  <a:srgbClr val="FFFFFF"/>
                </a:solidFill>
                <a:effectLst/>
                <a:latin typeface="Segoe UI" panose="020B0502040204020203" pitchFamily="34" charset="0"/>
              </a:rPr>
              <a:t>1</a:t>
            </a:r>
            <a:endParaRPr lang="en-US"/>
          </a:p>
        </p:txBody>
      </p:sp>
      <p:sp>
        <p:nvSpPr>
          <p:cNvPr id="6233" name="Rectangle 6232">
            <a:extLst>
              <a:ext uri="{FF2B5EF4-FFF2-40B4-BE49-F238E27FC236}">
                <a16:creationId xmlns:a16="http://schemas.microsoft.com/office/drawing/2014/main" id="{17D1B355-812F-9AEF-68B4-41F7B4164814}"/>
              </a:ext>
            </a:extLst>
          </p:cNvPr>
          <p:cNvSpPr/>
          <p:nvPr/>
        </p:nvSpPr>
        <p:spPr>
          <a:xfrm>
            <a:off x="1077200" y="1650000"/>
            <a:ext cx="69000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162947"/>
                </a:solidFill>
                <a:effectLst/>
                <a:latin typeface="Segoe UI" panose="020B0502040204020203" pitchFamily="34" charset="0"/>
              </a:rPr>
              <a:t>Architecture workshop</a:t>
            </a:r>
          </a:p>
          <a:p>
            <a:pPr algn="l">
              <a:buNone/>
            </a:pPr>
            <a:r>
              <a:rPr lang="en-US" sz="1400">
                <a:solidFill>
                  <a:srgbClr val="4A5A72"/>
                </a:solidFill>
                <a:effectLst/>
                <a:latin typeface="Segoe UI" panose="020B0502040204020203" pitchFamily="34" charset="0"/>
              </a:rPr>
              <a:t>With Inbursa security, risk and architecture teams</a:t>
            </a:r>
            <a:endParaRPr lang="en-US"/>
          </a:p>
        </p:txBody>
      </p:sp>
      <p:sp>
        <p:nvSpPr>
          <p:cNvPr id="6293" name="Oval 6292">
            <a:extLst>
              <a:ext uri="{FF2B5EF4-FFF2-40B4-BE49-F238E27FC236}">
                <a16:creationId xmlns:a16="http://schemas.microsoft.com/office/drawing/2014/main" id="{B621BAC2-CA26-9424-64C3-388D736979F4}"/>
              </a:ext>
            </a:extLst>
          </p:cNvPr>
          <p:cNvSpPr/>
          <p:nvPr/>
        </p:nvSpPr>
        <p:spPr>
          <a:xfrm>
            <a:off x="457200" y="2660000"/>
            <a:ext cx="440000" cy="44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a:solidFill>
                  <a:srgbClr val="FFFFFF"/>
                </a:solidFill>
                <a:effectLst/>
                <a:latin typeface="Segoe UI" panose="020B0502040204020203" pitchFamily="34" charset="0"/>
              </a:rPr>
              <a:t>2</a:t>
            </a:r>
            <a:endParaRPr lang="en-US"/>
          </a:p>
        </p:txBody>
      </p:sp>
      <p:sp>
        <p:nvSpPr>
          <p:cNvPr id="6354" name="Rectangle 6353">
            <a:extLst>
              <a:ext uri="{FF2B5EF4-FFF2-40B4-BE49-F238E27FC236}">
                <a16:creationId xmlns:a16="http://schemas.microsoft.com/office/drawing/2014/main" id="{19FD4134-A9E9-3312-0518-5D26D72198F5}"/>
              </a:ext>
            </a:extLst>
          </p:cNvPr>
          <p:cNvSpPr/>
          <p:nvPr/>
        </p:nvSpPr>
        <p:spPr>
          <a:xfrm>
            <a:off x="1077200" y="2530000"/>
            <a:ext cx="69000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162947"/>
                </a:solidFill>
                <a:effectLst/>
                <a:latin typeface="Segoe UI" panose="020B0502040204020203" pitchFamily="34" charset="0"/>
              </a:rPr>
              <a:t>Pick 1–2 pilot use cases</a:t>
            </a:r>
          </a:p>
          <a:p>
            <a:pPr algn="l">
              <a:buNone/>
            </a:pPr>
            <a:r>
              <a:rPr lang="en-US" sz="1400">
                <a:solidFill>
                  <a:srgbClr val="4A5A72"/>
                </a:solidFill>
                <a:effectLst/>
                <a:latin typeface="Segoe UI" panose="020B0502040204020203" pitchFamily="34" charset="0"/>
              </a:rPr>
              <a:t>e.g., employee knowledge assistant, customer virtual assistant</a:t>
            </a:r>
            <a:endParaRPr lang="en-US"/>
          </a:p>
        </p:txBody>
      </p:sp>
      <p:sp>
        <p:nvSpPr>
          <p:cNvPr id="6416" name="Oval 6415">
            <a:extLst>
              <a:ext uri="{FF2B5EF4-FFF2-40B4-BE49-F238E27FC236}">
                <a16:creationId xmlns:a16="http://schemas.microsoft.com/office/drawing/2014/main" id="{115D5BB6-D940-26D5-977F-B222401AABC0}"/>
              </a:ext>
            </a:extLst>
          </p:cNvPr>
          <p:cNvSpPr/>
          <p:nvPr/>
        </p:nvSpPr>
        <p:spPr>
          <a:xfrm>
            <a:off x="457200" y="3540000"/>
            <a:ext cx="440000" cy="44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a:solidFill>
                  <a:srgbClr val="FFFFFF"/>
                </a:solidFill>
                <a:effectLst/>
                <a:latin typeface="Segoe UI" panose="020B0502040204020203" pitchFamily="34" charset="0"/>
              </a:rPr>
              <a:t>3</a:t>
            </a:r>
            <a:endParaRPr lang="en-US"/>
          </a:p>
        </p:txBody>
      </p:sp>
      <p:sp>
        <p:nvSpPr>
          <p:cNvPr id="6479" name="Rectangle 6478">
            <a:extLst>
              <a:ext uri="{FF2B5EF4-FFF2-40B4-BE49-F238E27FC236}">
                <a16:creationId xmlns:a16="http://schemas.microsoft.com/office/drawing/2014/main" id="{9C2D86B8-867C-0BF4-9073-3F71C1E4CF7C}"/>
              </a:ext>
            </a:extLst>
          </p:cNvPr>
          <p:cNvSpPr/>
          <p:nvPr/>
        </p:nvSpPr>
        <p:spPr>
          <a:xfrm>
            <a:off x="1077200" y="3410000"/>
            <a:ext cx="69000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162947"/>
                </a:solidFill>
                <a:effectLst/>
                <a:latin typeface="Segoe UI" panose="020B0502040204020203" pitchFamily="34" charset="0"/>
              </a:rPr>
              <a:t>Define quotas, policies and KPIs</a:t>
            </a:r>
          </a:p>
          <a:p>
            <a:pPr algn="l">
              <a:buNone/>
            </a:pPr>
            <a:r>
              <a:rPr lang="en-US" sz="1400">
                <a:solidFill>
                  <a:srgbClr val="4A5A72"/>
                </a:solidFill>
                <a:effectLst/>
                <a:latin typeface="Segoe UI" panose="020B0502040204020203" pitchFamily="34" charset="0"/>
              </a:rPr>
              <a:t>Latency, token cost per channel, blocked requests</a:t>
            </a:r>
            <a:endParaRPr lang="en-US"/>
          </a:p>
        </p:txBody>
      </p:sp>
      <p:sp>
        <p:nvSpPr>
          <p:cNvPr id="6543" name="Oval 6542">
            <a:extLst>
              <a:ext uri="{FF2B5EF4-FFF2-40B4-BE49-F238E27FC236}">
                <a16:creationId xmlns:a16="http://schemas.microsoft.com/office/drawing/2014/main" id="{7440C968-EAFC-DAB0-5BF9-7EC1B4DA1C42}"/>
              </a:ext>
            </a:extLst>
          </p:cNvPr>
          <p:cNvSpPr/>
          <p:nvPr/>
        </p:nvSpPr>
        <p:spPr>
          <a:xfrm>
            <a:off x="457200" y="4420000"/>
            <a:ext cx="440000" cy="44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a:solidFill>
                  <a:srgbClr val="FFFFFF"/>
                </a:solidFill>
                <a:effectLst/>
                <a:latin typeface="Segoe UI" panose="020B0502040204020203" pitchFamily="34" charset="0"/>
              </a:rPr>
              <a:t>4</a:t>
            </a:r>
            <a:endParaRPr lang="en-US"/>
          </a:p>
        </p:txBody>
      </p:sp>
      <p:sp>
        <p:nvSpPr>
          <p:cNvPr id="6608" name="Rectangle 6607">
            <a:extLst>
              <a:ext uri="{FF2B5EF4-FFF2-40B4-BE49-F238E27FC236}">
                <a16:creationId xmlns:a16="http://schemas.microsoft.com/office/drawing/2014/main" id="{81D00B66-E285-EA37-7CF0-68F14338DA9B}"/>
              </a:ext>
            </a:extLst>
          </p:cNvPr>
          <p:cNvSpPr/>
          <p:nvPr/>
        </p:nvSpPr>
        <p:spPr>
          <a:xfrm>
            <a:off x="1077200" y="4290000"/>
            <a:ext cx="69000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162947"/>
                </a:solidFill>
                <a:effectLst/>
                <a:latin typeface="Segoe UI" panose="020B0502040204020203" pitchFamily="34" charset="0"/>
              </a:rPr>
              <a:t>Pilot in non-production</a:t>
            </a:r>
          </a:p>
          <a:p>
            <a:pPr algn="l">
              <a:buNone/>
            </a:pPr>
            <a:r>
              <a:rPr lang="en-US" sz="1400">
                <a:solidFill>
                  <a:srgbClr val="4A5A72"/>
                </a:solidFill>
                <a:effectLst/>
                <a:latin typeface="Segoe UI" panose="020B0502040204020203" pitchFamily="34" charset="0"/>
              </a:rPr>
              <a:t>Validate policies, performance and logging end to end</a:t>
            </a:r>
            <a:endParaRPr lang="en-US"/>
          </a:p>
        </p:txBody>
      </p:sp>
      <p:sp>
        <p:nvSpPr>
          <p:cNvPr id="6674" name="Oval 6673">
            <a:extLst>
              <a:ext uri="{FF2B5EF4-FFF2-40B4-BE49-F238E27FC236}">
                <a16:creationId xmlns:a16="http://schemas.microsoft.com/office/drawing/2014/main" id="{F52E9010-2B59-AAC0-CCED-4DA9B8536C55}"/>
              </a:ext>
            </a:extLst>
          </p:cNvPr>
          <p:cNvSpPr/>
          <p:nvPr/>
        </p:nvSpPr>
        <p:spPr>
          <a:xfrm>
            <a:off x="457200" y="5300000"/>
            <a:ext cx="440000" cy="440000"/>
          </a:xfrm>
          <a:prstGeom prst="ellipse">
            <a:avLst/>
          </a:prstGeom>
          <a:solidFill>
            <a:srgbClr val="0078D4"/>
          </a:solidFill>
          <a:ln>
            <a:solidFill>
              <a:srgbClr val="0078D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a:solidFill>
                  <a:srgbClr val="FFFFFF"/>
                </a:solidFill>
                <a:effectLst/>
                <a:latin typeface="Segoe UI" panose="020B0502040204020203" pitchFamily="34" charset="0"/>
              </a:rPr>
              <a:t>5</a:t>
            </a:r>
            <a:endParaRPr lang="en-US"/>
          </a:p>
        </p:txBody>
      </p:sp>
      <p:sp>
        <p:nvSpPr>
          <p:cNvPr id="6741" name="Rectangle 6740">
            <a:extLst>
              <a:ext uri="{FF2B5EF4-FFF2-40B4-BE49-F238E27FC236}">
                <a16:creationId xmlns:a16="http://schemas.microsoft.com/office/drawing/2014/main" id="{FFA94D0D-29FE-D582-7936-F45CCF8A3E60}"/>
              </a:ext>
            </a:extLst>
          </p:cNvPr>
          <p:cNvSpPr/>
          <p:nvPr/>
        </p:nvSpPr>
        <p:spPr>
          <a:xfrm>
            <a:off x="1077200" y="5170000"/>
            <a:ext cx="6900000" cy="7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162947"/>
                </a:solidFill>
                <a:effectLst/>
                <a:latin typeface="Segoe UI" panose="020B0502040204020203" pitchFamily="34" charset="0"/>
              </a:rPr>
              <a:t>Review results, plan rollout</a:t>
            </a:r>
          </a:p>
          <a:p>
            <a:pPr algn="l">
              <a:buNone/>
            </a:pPr>
            <a:r>
              <a:rPr lang="en-US" sz="1400">
                <a:solidFill>
                  <a:srgbClr val="4A5A72"/>
                </a:solidFill>
                <a:effectLst/>
                <a:latin typeface="Segoe UI" panose="020B0502040204020203" pitchFamily="34" charset="0"/>
              </a:rPr>
              <a:t>Agree the production path and operating model</a:t>
            </a:r>
            <a:endParaRPr lang="en-US"/>
          </a:p>
        </p:txBody>
      </p:sp>
      <p:sp>
        <p:nvSpPr>
          <p:cNvPr id="6809" name="Rectangle 6808">
            <a:extLst>
              <a:ext uri="{FF2B5EF4-FFF2-40B4-BE49-F238E27FC236}">
                <a16:creationId xmlns:a16="http://schemas.microsoft.com/office/drawing/2014/main" id="{A519FBCA-FCC2-94EC-43D6-2B2407108E05}"/>
              </a:ext>
            </a:extLst>
          </p:cNvPr>
          <p:cNvSpPr/>
          <p:nvPr/>
        </p:nvSpPr>
        <p:spPr>
          <a:xfrm>
            <a:off x="8550000" y="2500000"/>
            <a:ext cx="3192000" cy="8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000" b="1">
                <a:solidFill>
                  <a:srgbClr val="FFFFFF"/>
                </a:solidFill>
                <a:effectLst/>
                <a:latin typeface="Segoe UI" panose="020B0502040204020203" pitchFamily="34" charset="0"/>
              </a:rPr>
              <a:t>Questions</a:t>
            </a:r>
          </a:p>
          <a:p>
            <a:pPr algn="l">
              <a:buNone/>
            </a:pPr>
            <a:r>
              <a:rPr lang="en-US" sz="100">
                <a:effectLst/>
              </a:rPr>
              <a:t> </a:t>
            </a:r>
            <a:endParaRPr lang="en-US"/>
          </a:p>
        </p:txBody>
      </p:sp>
      <p:sp>
        <p:nvSpPr>
          <p:cNvPr id="6878" name="Rectangle 6877">
            <a:extLst>
              <a:ext uri="{FF2B5EF4-FFF2-40B4-BE49-F238E27FC236}">
                <a16:creationId xmlns:a16="http://schemas.microsoft.com/office/drawing/2014/main" id="{018F03E1-8AAF-E2D9-94AB-86A949D0BF88}"/>
              </a:ext>
            </a:extLst>
          </p:cNvPr>
          <p:cNvSpPr/>
          <p:nvPr/>
        </p:nvSpPr>
        <p:spPr>
          <a:xfrm>
            <a:off x="8550000" y="3400000"/>
            <a:ext cx="3192000" cy="10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FFFFFF"/>
                </a:solidFill>
                <a:effectLst/>
                <a:latin typeface="Segoe UI" panose="020B0502040204020203" pitchFamily="34" charset="0"/>
              </a:rPr>
              <a:t>Sebastian Adan</a:t>
            </a:r>
          </a:p>
          <a:p>
            <a:pPr algn="l">
              <a:buNone/>
            </a:pPr>
            <a:r>
              <a:rPr lang="en-US" sz="1400">
                <a:solidFill>
                  <a:srgbClr val="CADCFC"/>
                </a:solidFill>
                <a:effectLst/>
                <a:latin typeface="Segoe UI" panose="020B0502040204020203" pitchFamily="34" charset="0"/>
              </a:rPr>
              <a:t>Sr. Cloud Solution Architect</a:t>
            </a:r>
          </a:p>
          <a:p>
            <a:pPr algn="l">
              <a:buNone/>
            </a:pPr>
            <a:r>
              <a:rPr lang="en-US" sz="1400">
                <a:solidFill>
                  <a:srgbClr val="CADCFC"/>
                </a:solidFill>
                <a:effectLst/>
                <a:latin typeface="Segoe UI" panose="020B0502040204020203" pitchFamily="34" charset="0"/>
              </a:rPr>
              <a:t>Microsoft Mexico</a:t>
            </a:r>
            <a:endParaRPr lang="en-US"/>
          </a:p>
        </p:txBody>
      </p:sp>
    </p:spTree>
    <p:extLst>
      <p:ext uri="{BB962C8B-B14F-4D97-AF65-F5344CB8AC3E}">
        <p14:creationId xmlns:p14="http://schemas.microsoft.com/office/powerpoint/2010/main" val="18046117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17</Slides>
  <Notes>17</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17</cp:revision>
  <dcterms:created xsi:type="dcterms:W3CDTF">2026-10-29T17:51:34Z</dcterms:created>
  <dcterms:modified xsi:type="dcterms:W3CDTF">2026-10-29T18:25:56Z</dcterms:modified>
  <cp:category/>
</cp:coreProperties>
</file>